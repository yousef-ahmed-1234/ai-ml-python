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35" r:id="rId5"/>
    <p:sldId id="336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4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828091-9CA7-454F-840E-9483F7E0CCB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9B8FA09-7DE1-45AC-A1B6-3EFF2760002A}">
      <dgm:prSet/>
      <dgm:spPr/>
      <dgm:t>
        <a:bodyPr/>
        <a:lstStyle/>
        <a:p>
          <a:r>
            <a:rPr lang="en-US" b="0" i="0" baseline="0"/>
            <a:t>Goal: Predict prices of used cars using machine learning models</a:t>
          </a:r>
          <a:endParaRPr lang="en-US"/>
        </a:p>
      </dgm:t>
    </dgm:pt>
    <dgm:pt modelId="{223A957B-4865-4634-BE5C-137BCE8EB9AC}" type="parTrans" cxnId="{DFE4F6D6-84FA-48F2-867F-1040DAEF7C8C}">
      <dgm:prSet/>
      <dgm:spPr/>
      <dgm:t>
        <a:bodyPr/>
        <a:lstStyle/>
        <a:p>
          <a:endParaRPr lang="en-US"/>
        </a:p>
      </dgm:t>
    </dgm:pt>
    <dgm:pt modelId="{8A8E8E06-3983-430D-B22D-06FC86483D56}" type="sibTrans" cxnId="{DFE4F6D6-84FA-48F2-867F-1040DAEF7C8C}">
      <dgm:prSet/>
      <dgm:spPr/>
      <dgm:t>
        <a:bodyPr/>
        <a:lstStyle/>
        <a:p>
          <a:endParaRPr lang="en-US"/>
        </a:p>
      </dgm:t>
    </dgm:pt>
    <dgm:pt modelId="{860925E0-985F-42B6-98EA-3A4083E9F225}">
      <dgm:prSet/>
      <dgm:spPr/>
      <dgm:t>
        <a:bodyPr/>
        <a:lstStyle/>
        <a:p>
          <a:r>
            <a:rPr lang="en-US" b="0" i="0" baseline="0"/>
            <a:t>Approach: Use simple features (model year, mileage) and compare model performance</a:t>
          </a:r>
          <a:endParaRPr lang="en-US"/>
        </a:p>
      </dgm:t>
    </dgm:pt>
    <dgm:pt modelId="{618E7ABA-9004-488E-9168-F16136EEC7AB}" type="parTrans" cxnId="{CFC1D8ED-26AC-4AC5-BB2C-382291C0F9B8}">
      <dgm:prSet/>
      <dgm:spPr/>
      <dgm:t>
        <a:bodyPr/>
        <a:lstStyle/>
        <a:p>
          <a:endParaRPr lang="en-US"/>
        </a:p>
      </dgm:t>
    </dgm:pt>
    <dgm:pt modelId="{48806246-0E83-465C-B1D7-0C8819F981E9}" type="sibTrans" cxnId="{CFC1D8ED-26AC-4AC5-BB2C-382291C0F9B8}">
      <dgm:prSet/>
      <dgm:spPr/>
      <dgm:t>
        <a:bodyPr/>
        <a:lstStyle/>
        <a:p>
          <a:endParaRPr lang="en-US"/>
        </a:p>
      </dgm:t>
    </dgm:pt>
    <dgm:pt modelId="{A86123A5-367A-4A27-A49A-4817E669FE7C}">
      <dgm:prSet/>
      <dgm:spPr/>
      <dgm:t>
        <a:bodyPr/>
        <a:lstStyle/>
        <a:p>
          <a:r>
            <a:rPr lang="en-US" b="0" i="0" baseline="0"/>
            <a:t>Models Used: Linear Regression, Decision Tree, Random Forest</a:t>
          </a:r>
          <a:endParaRPr lang="en-US"/>
        </a:p>
      </dgm:t>
    </dgm:pt>
    <dgm:pt modelId="{E9221C06-E3B4-420D-A044-911449852EB3}" type="parTrans" cxnId="{3034F354-831E-4532-BA52-41E34C68515F}">
      <dgm:prSet/>
      <dgm:spPr/>
      <dgm:t>
        <a:bodyPr/>
        <a:lstStyle/>
        <a:p>
          <a:endParaRPr lang="en-US"/>
        </a:p>
      </dgm:t>
    </dgm:pt>
    <dgm:pt modelId="{052CED20-FA91-40F8-BFE6-15F422D22DF0}" type="sibTrans" cxnId="{3034F354-831E-4532-BA52-41E34C68515F}">
      <dgm:prSet/>
      <dgm:spPr/>
      <dgm:t>
        <a:bodyPr/>
        <a:lstStyle/>
        <a:p>
          <a:endParaRPr lang="en-US"/>
        </a:p>
      </dgm:t>
    </dgm:pt>
    <dgm:pt modelId="{D776FF2C-3647-4684-B01B-1D4AD6B77975}" type="pres">
      <dgm:prSet presAssocID="{4D828091-9CA7-454F-840E-9483F7E0CCB5}" presName="root" presStyleCnt="0">
        <dgm:presLayoutVars>
          <dgm:dir/>
          <dgm:resizeHandles val="exact"/>
        </dgm:presLayoutVars>
      </dgm:prSet>
      <dgm:spPr/>
    </dgm:pt>
    <dgm:pt modelId="{5A64477F-7C44-4C5D-8DA7-70982DD6B39F}" type="pres">
      <dgm:prSet presAssocID="{89B8FA09-7DE1-45AC-A1B6-3EFF2760002A}" presName="compNode" presStyleCnt="0"/>
      <dgm:spPr/>
    </dgm:pt>
    <dgm:pt modelId="{2203116F-7022-4B19-9236-16CA0D0756F5}" type="pres">
      <dgm:prSet presAssocID="{89B8FA09-7DE1-45AC-A1B6-3EFF2760002A}" presName="bgRect" presStyleLbl="bgShp" presStyleIdx="0" presStyleCnt="3"/>
      <dgm:spPr/>
    </dgm:pt>
    <dgm:pt modelId="{E6FBFBF3-F5AC-41F1-A3BC-468EA0221699}" type="pres">
      <dgm:prSet presAssocID="{89B8FA09-7DE1-45AC-A1B6-3EFF276000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05B96EC-5D67-4049-96D9-76CA4C486184}" type="pres">
      <dgm:prSet presAssocID="{89B8FA09-7DE1-45AC-A1B6-3EFF2760002A}" presName="spaceRect" presStyleCnt="0"/>
      <dgm:spPr/>
    </dgm:pt>
    <dgm:pt modelId="{22115250-0196-488B-8A26-F17B0635C9D1}" type="pres">
      <dgm:prSet presAssocID="{89B8FA09-7DE1-45AC-A1B6-3EFF2760002A}" presName="parTx" presStyleLbl="revTx" presStyleIdx="0" presStyleCnt="3">
        <dgm:presLayoutVars>
          <dgm:chMax val="0"/>
          <dgm:chPref val="0"/>
        </dgm:presLayoutVars>
      </dgm:prSet>
      <dgm:spPr/>
    </dgm:pt>
    <dgm:pt modelId="{61BA7BC8-9F37-4576-A191-15B0FE7E6188}" type="pres">
      <dgm:prSet presAssocID="{8A8E8E06-3983-430D-B22D-06FC86483D56}" presName="sibTrans" presStyleCnt="0"/>
      <dgm:spPr/>
    </dgm:pt>
    <dgm:pt modelId="{3491F9C9-5783-460F-80A6-D10C255D6E08}" type="pres">
      <dgm:prSet presAssocID="{860925E0-985F-42B6-98EA-3A4083E9F225}" presName="compNode" presStyleCnt="0"/>
      <dgm:spPr/>
    </dgm:pt>
    <dgm:pt modelId="{5096C363-92C0-499A-8239-3C8C004E951D}" type="pres">
      <dgm:prSet presAssocID="{860925E0-985F-42B6-98EA-3A4083E9F225}" presName="bgRect" presStyleLbl="bgShp" presStyleIdx="1" presStyleCnt="3"/>
      <dgm:spPr/>
    </dgm:pt>
    <dgm:pt modelId="{40778212-3ED7-401C-8B21-BCF7A52A4D01}" type="pres">
      <dgm:prSet presAssocID="{860925E0-985F-42B6-98EA-3A4083E9F2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08FF3E12-490D-4B07-9616-569B4F5CA373}" type="pres">
      <dgm:prSet presAssocID="{860925E0-985F-42B6-98EA-3A4083E9F225}" presName="spaceRect" presStyleCnt="0"/>
      <dgm:spPr/>
    </dgm:pt>
    <dgm:pt modelId="{086090A3-D2F4-426E-ABB4-263ECBD8AAFA}" type="pres">
      <dgm:prSet presAssocID="{860925E0-985F-42B6-98EA-3A4083E9F225}" presName="parTx" presStyleLbl="revTx" presStyleIdx="1" presStyleCnt="3">
        <dgm:presLayoutVars>
          <dgm:chMax val="0"/>
          <dgm:chPref val="0"/>
        </dgm:presLayoutVars>
      </dgm:prSet>
      <dgm:spPr/>
    </dgm:pt>
    <dgm:pt modelId="{CE3ECABD-0839-4F0C-BD18-132AD63476FD}" type="pres">
      <dgm:prSet presAssocID="{48806246-0E83-465C-B1D7-0C8819F981E9}" presName="sibTrans" presStyleCnt="0"/>
      <dgm:spPr/>
    </dgm:pt>
    <dgm:pt modelId="{CDF657EA-39E1-4645-AA32-7B7836494E69}" type="pres">
      <dgm:prSet presAssocID="{A86123A5-367A-4A27-A49A-4817E669FE7C}" presName="compNode" presStyleCnt="0"/>
      <dgm:spPr/>
    </dgm:pt>
    <dgm:pt modelId="{78CC9FD5-444C-4FB5-A77F-347C403F9AEA}" type="pres">
      <dgm:prSet presAssocID="{A86123A5-367A-4A27-A49A-4817E669FE7C}" presName="bgRect" presStyleLbl="bgShp" presStyleIdx="2" presStyleCnt="3"/>
      <dgm:spPr/>
    </dgm:pt>
    <dgm:pt modelId="{AC5893F7-ECD1-4B05-A6C3-66E6BA7FB7CB}" type="pres">
      <dgm:prSet presAssocID="{A86123A5-367A-4A27-A49A-4817E669FE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13550DBB-35EA-4FE7-9472-5CAEF09EA60F}" type="pres">
      <dgm:prSet presAssocID="{A86123A5-367A-4A27-A49A-4817E669FE7C}" presName="spaceRect" presStyleCnt="0"/>
      <dgm:spPr/>
    </dgm:pt>
    <dgm:pt modelId="{7146DBB9-0130-4D25-98C6-ACA2C4FF3769}" type="pres">
      <dgm:prSet presAssocID="{A86123A5-367A-4A27-A49A-4817E669FE7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86D102-D4F9-49E7-8828-F1BE441C3799}" type="presOf" srcId="{860925E0-985F-42B6-98EA-3A4083E9F225}" destId="{086090A3-D2F4-426E-ABB4-263ECBD8AAFA}" srcOrd="0" destOrd="0" presId="urn:microsoft.com/office/officeart/2018/2/layout/IconVerticalSolidList"/>
    <dgm:cxn modelId="{1E8B7636-C8B7-470B-A639-BA00F2D15A6B}" type="presOf" srcId="{89B8FA09-7DE1-45AC-A1B6-3EFF2760002A}" destId="{22115250-0196-488B-8A26-F17B0635C9D1}" srcOrd="0" destOrd="0" presId="urn:microsoft.com/office/officeart/2018/2/layout/IconVerticalSolidList"/>
    <dgm:cxn modelId="{3034F354-831E-4532-BA52-41E34C68515F}" srcId="{4D828091-9CA7-454F-840E-9483F7E0CCB5}" destId="{A86123A5-367A-4A27-A49A-4817E669FE7C}" srcOrd="2" destOrd="0" parTransId="{E9221C06-E3B4-420D-A044-911449852EB3}" sibTransId="{052CED20-FA91-40F8-BFE6-15F422D22DF0}"/>
    <dgm:cxn modelId="{C10A5F91-F5A5-4BB6-9D76-8FA112A5622C}" type="presOf" srcId="{4D828091-9CA7-454F-840E-9483F7E0CCB5}" destId="{D776FF2C-3647-4684-B01B-1D4AD6B77975}" srcOrd="0" destOrd="0" presId="urn:microsoft.com/office/officeart/2018/2/layout/IconVerticalSolidList"/>
    <dgm:cxn modelId="{20BAC0B7-C582-4954-8799-B62D3BBD44BE}" type="presOf" srcId="{A86123A5-367A-4A27-A49A-4817E669FE7C}" destId="{7146DBB9-0130-4D25-98C6-ACA2C4FF3769}" srcOrd="0" destOrd="0" presId="urn:microsoft.com/office/officeart/2018/2/layout/IconVerticalSolidList"/>
    <dgm:cxn modelId="{DFE4F6D6-84FA-48F2-867F-1040DAEF7C8C}" srcId="{4D828091-9CA7-454F-840E-9483F7E0CCB5}" destId="{89B8FA09-7DE1-45AC-A1B6-3EFF2760002A}" srcOrd="0" destOrd="0" parTransId="{223A957B-4865-4634-BE5C-137BCE8EB9AC}" sibTransId="{8A8E8E06-3983-430D-B22D-06FC86483D56}"/>
    <dgm:cxn modelId="{CFC1D8ED-26AC-4AC5-BB2C-382291C0F9B8}" srcId="{4D828091-9CA7-454F-840E-9483F7E0CCB5}" destId="{860925E0-985F-42B6-98EA-3A4083E9F225}" srcOrd="1" destOrd="0" parTransId="{618E7ABA-9004-488E-9168-F16136EEC7AB}" sibTransId="{48806246-0E83-465C-B1D7-0C8819F981E9}"/>
    <dgm:cxn modelId="{5766FA70-2A02-4C77-90C1-C6A7340C148C}" type="presParOf" srcId="{D776FF2C-3647-4684-B01B-1D4AD6B77975}" destId="{5A64477F-7C44-4C5D-8DA7-70982DD6B39F}" srcOrd="0" destOrd="0" presId="urn:microsoft.com/office/officeart/2018/2/layout/IconVerticalSolidList"/>
    <dgm:cxn modelId="{A8B48E13-B798-4D37-BCD7-1B2921FE305F}" type="presParOf" srcId="{5A64477F-7C44-4C5D-8DA7-70982DD6B39F}" destId="{2203116F-7022-4B19-9236-16CA0D0756F5}" srcOrd="0" destOrd="0" presId="urn:microsoft.com/office/officeart/2018/2/layout/IconVerticalSolidList"/>
    <dgm:cxn modelId="{924A4F57-57D4-42DA-A92F-E2C155CF8761}" type="presParOf" srcId="{5A64477F-7C44-4C5D-8DA7-70982DD6B39F}" destId="{E6FBFBF3-F5AC-41F1-A3BC-468EA0221699}" srcOrd="1" destOrd="0" presId="urn:microsoft.com/office/officeart/2018/2/layout/IconVerticalSolidList"/>
    <dgm:cxn modelId="{0A8EE5DD-61AE-40C4-9076-076AA055CF7D}" type="presParOf" srcId="{5A64477F-7C44-4C5D-8DA7-70982DD6B39F}" destId="{B05B96EC-5D67-4049-96D9-76CA4C486184}" srcOrd="2" destOrd="0" presId="urn:microsoft.com/office/officeart/2018/2/layout/IconVerticalSolidList"/>
    <dgm:cxn modelId="{42659F7C-44E9-4FC4-99EC-AB2569BB29CF}" type="presParOf" srcId="{5A64477F-7C44-4C5D-8DA7-70982DD6B39F}" destId="{22115250-0196-488B-8A26-F17B0635C9D1}" srcOrd="3" destOrd="0" presId="urn:microsoft.com/office/officeart/2018/2/layout/IconVerticalSolidList"/>
    <dgm:cxn modelId="{4806B48A-03C5-4782-BABD-7FDCF5DC6CE9}" type="presParOf" srcId="{D776FF2C-3647-4684-B01B-1D4AD6B77975}" destId="{61BA7BC8-9F37-4576-A191-15B0FE7E6188}" srcOrd="1" destOrd="0" presId="urn:microsoft.com/office/officeart/2018/2/layout/IconVerticalSolidList"/>
    <dgm:cxn modelId="{8E2093D0-785A-45A0-A274-0A8B5F84F156}" type="presParOf" srcId="{D776FF2C-3647-4684-B01B-1D4AD6B77975}" destId="{3491F9C9-5783-460F-80A6-D10C255D6E08}" srcOrd="2" destOrd="0" presId="urn:microsoft.com/office/officeart/2018/2/layout/IconVerticalSolidList"/>
    <dgm:cxn modelId="{18A38650-D125-4348-A0E4-72F6F24011EF}" type="presParOf" srcId="{3491F9C9-5783-460F-80A6-D10C255D6E08}" destId="{5096C363-92C0-499A-8239-3C8C004E951D}" srcOrd="0" destOrd="0" presId="urn:microsoft.com/office/officeart/2018/2/layout/IconVerticalSolidList"/>
    <dgm:cxn modelId="{C5785776-E03B-4DD3-BB01-AAFDCDFF3318}" type="presParOf" srcId="{3491F9C9-5783-460F-80A6-D10C255D6E08}" destId="{40778212-3ED7-401C-8B21-BCF7A52A4D01}" srcOrd="1" destOrd="0" presId="urn:microsoft.com/office/officeart/2018/2/layout/IconVerticalSolidList"/>
    <dgm:cxn modelId="{32B06C69-3EEF-46C9-A9F5-FBFE464CCACD}" type="presParOf" srcId="{3491F9C9-5783-460F-80A6-D10C255D6E08}" destId="{08FF3E12-490D-4B07-9616-569B4F5CA373}" srcOrd="2" destOrd="0" presId="urn:microsoft.com/office/officeart/2018/2/layout/IconVerticalSolidList"/>
    <dgm:cxn modelId="{893E6056-85AB-4048-971B-A1553262A444}" type="presParOf" srcId="{3491F9C9-5783-460F-80A6-D10C255D6E08}" destId="{086090A3-D2F4-426E-ABB4-263ECBD8AAFA}" srcOrd="3" destOrd="0" presId="urn:microsoft.com/office/officeart/2018/2/layout/IconVerticalSolidList"/>
    <dgm:cxn modelId="{E19AB5DF-829A-4BDF-9B6B-086F730F70F8}" type="presParOf" srcId="{D776FF2C-3647-4684-B01B-1D4AD6B77975}" destId="{CE3ECABD-0839-4F0C-BD18-132AD63476FD}" srcOrd="3" destOrd="0" presId="urn:microsoft.com/office/officeart/2018/2/layout/IconVerticalSolidList"/>
    <dgm:cxn modelId="{3130BA7B-A6E9-481E-8553-B02FD29C3015}" type="presParOf" srcId="{D776FF2C-3647-4684-B01B-1D4AD6B77975}" destId="{CDF657EA-39E1-4645-AA32-7B7836494E69}" srcOrd="4" destOrd="0" presId="urn:microsoft.com/office/officeart/2018/2/layout/IconVerticalSolidList"/>
    <dgm:cxn modelId="{E7097EB6-EC16-4E21-B1DD-0958385525FE}" type="presParOf" srcId="{CDF657EA-39E1-4645-AA32-7B7836494E69}" destId="{78CC9FD5-444C-4FB5-A77F-347C403F9AEA}" srcOrd="0" destOrd="0" presId="urn:microsoft.com/office/officeart/2018/2/layout/IconVerticalSolidList"/>
    <dgm:cxn modelId="{D35D1E43-C175-4EE0-A502-DD7751E39D81}" type="presParOf" srcId="{CDF657EA-39E1-4645-AA32-7B7836494E69}" destId="{AC5893F7-ECD1-4B05-A6C3-66E6BA7FB7CB}" srcOrd="1" destOrd="0" presId="urn:microsoft.com/office/officeart/2018/2/layout/IconVerticalSolidList"/>
    <dgm:cxn modelId="{26C9B76D-4233-4ED2-A46D-B95FDF130E72}" type="presParOf" srcId="{CDF657EA-39E1-4645-AA32-7B7836494E69}" destId="{13550DBB-35EA-4FE7-9472-5CAEF09EA60F}" srcOrd="2" destOrd="0" presId="urn:microsoft.com/office/officeart/2018/2/layout/IconVerticalSolidList"/>
    <dgm:cxn modelId="{22731850-39A9-4DB0-937E-5EBE93BC5380}" type="presParOf" srcId="{CDF657EA-39E1-4645-AA32-7B7836494E69}" destId="{7146DBB9-0130-4D25-98C6-ACA2C4FF37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A26A3D-D3B7-49A4-857D-E0FB6B64097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4CC3F3-8DED-4F19-BFC4-5D97D5EEDFD2}">
      <dgm:prSet/>
      <dgm:spPr/>
      <dgm:t>
        <a:bodyPr/>
        <a:lstStyle/>
        <a:p>
          <a:r>
            <a:rPr lang="en-US" b="0" i="0" baseline="0"/>
            <a:t>Source: used_cars.csv</a:t>
          </a:r>
          <a:endParaRPr lang="en-US"/>
        </a:p>
      </dgm:t>
    </dgm:pt>
    <dgm:pt modelId="{07C8C514-FCC9-4DE1-A7F4-EAFCE7D73F70}" type="parTrans" cxnId="{A0242334-9F3F-422D-B263-EF7720177C84}">
      <dgm:prSet/>
      <dgm:spPr/>
      <dgm:t>
        <a:bodyPr/>
        <a:lstStyle/>
        <a:p>
          <a:endParaRPr lang="en-US"/>
        </a:p>
      </dgm:t>
    </dgm:pt>
    <dgm:pt modelId="{CA61EB79-AE85-48C9-B7A5-3D45B7435AD6}" type="sibTrans" cxnId="{A0242334-9F3F-422D-B263-EF7720177C84}">
      <dgm:prSet/>
      <dgm:spPr/>
      <dgm:t>
        <a:bodyPr/>
        <a:lstStyle/>
        <a:p>
          <a:endParaRPr lang="en-US"/>
        </a:p>
      </dgm:t>
    </dgm:pt>
    <dgm:pt modelId="{3AF6CA07-AAAE-4071-B22D-9A43E129EFF9}">
      <dgm:prSet/>
      <dgm:spPr/>
      <dgm:t>
        <a:bodyPr/>
        <a:lstStyle/>
        <a:p>
          <a:r>
            <a:rPr lang="en-US" b="0" i="0" baseline="0"/>
            <a:t>Features include: brand, model, model_year, milage, price</a:t>
          </a:r>
          <a:endParaRPr lang="en-US"/>
        </a:p>
      </dgm:t>
    </dgm:pt>
    <dgm:pt modelId="{688348C4-02A0-4F80-9315-545D6B80B875}" type="parTrans" cxnId="{5E77C955-A5E2-4320-A527-883E8041EFCB}">
      <dgm:prSet/>
      <dgm:spPr/>
      <dgm:t>
        <a:bodyPr/>
        <a:lstStyle/>
        <a:p>
          <a:endParaRPr lang="en-US"/>
        </a:p>
      </dgm:t>
    </dgm:pt>
    <dgm:pt modelId="{CCC23EC6-983C-49DA-B955-A0D1D4715189}" type="sibTrans" cxnId="{5E77C955-A5E2-4320-A527-883E8041EFCB}">
      <dgm:prSet/>
      <dgm:spPr/>
      <dgm:t>
        <a:bodyPr/>
        <a:lstStyle/>
        <a:p>
          <a:endParaRPr lang="en-US"/>
        </a:p>
      </dgm:t>
    </dgm:pt>
    <dgm:pt modelId="{B438435C-8DD5-4107-BD3F-0084D6D4CA1F}">
      <dgm:prSet/>
      <dgm:spPr/>
      <dgm:t>
        <a:bodyPr/>
        <a:lstStyle/>
        <a:p>
          <a:r>
            <a:rPr lang="en-US" b="0" i="0" baseline="0"/>
            <a:t>Target variable: price</a:t>
          </a:r>
          <a:endParaRPr lang="en-US"/>
        </a:p>
      </dgm:t>
    </dgm:pt>
    <dgm:pt modelId="{CBFCBC50-1965-4811-83A6-9435EA6A0A21}" type="parTrans" cxnId="{7228476D-7A0C-453D-922B-19ECAB3AC412}">
      <dgm:prSet/>
      <dgm:spPr/>
      <dgm:t>
        <a:bodyPr/>
        <a:lstStyle/>
        <a:p>
          <a:endParaRPr lang="en-US"/>
        </a:p>
      </dgm:t>
    </dgm:pt>
    <dgm:pt modelId="{25C6CD9F-9B6E-4381-A9EA-E28179757BCF}" type="sibTrans" cxnId="{7228476D-7A0C-453D-922B-19ECAB3AC412}">
      <dgm:prSet/>
      <dgm:spPr/>
      <dgm:t>
        <a:bodyPr/>
        <a:lstStyle/>
        <a:p>
          <a:endParaRPr lang="en-US"/>
        </a:p>
      </dgm:t>
    </dgm:pt>
    <dgm:pt modelId="{6FF7D4D4-4418-4BFF-B35E-78C2A8DA9CF4}">
      <dgm:prSet/>
      <dgm:spPr/>
      <dgm:t>
        <a:bodyPr/>
        <a:lstStyle/>
        <a:p>
          <a:r>
            <a:rPr lang="en-US" b="0" i="0" baseline="0"/>
            <a:t>Size: 594 kb</a:t>
          </a:r>
          <a:endParaRPr lang="en-US"/>
        </a:p>
      </dgm:t>
    </dgm:pt>
    <dgm:pt modelId="{558A02D9-46E0-4E77-87A0-3F75DF05358F}" type="parTrans" cxnId="{21F783C1-D522-43F9-B38A-5FA0E45B5F38}">
      <dgm:prSet/>
      <dgm:spPr/>
      <dgm:t>
        <a:bodyPr/>
        <a:lstStyle/>
        <a:p>
          <a:endParaRPr lang="en-US"/>
        </a:p>
      </dgm:t>
    </dgm:pt>
    <dgm:pt modelId="{7A51CDFE-7A12-472F-B9DD-78B9529D2D2B}" type="sibTrans" cxnId="{21F783C1-D522-43F9-B38A-5FA0E45B5F38}">
      <dgm:prSet/>
      <dgm:spPr/>
      <dgm:t>
        <a:bodyPr/>
        <a:lstStyle/>
        <a:p>
          <a:endParaRPr lang="en-US"/>
        </a:p>
      </dgm:t>
    </dgm:pt>
    <dgm:pt modelId="{7C1D36D0-E55B-4E66-8906-2D0E22EF5835}" type="pres">
      <dgm:prSet presAssocID="{EFA26A3D-D3B7-49A4-857D-E0FB6B64097A}" presName="root" presStyleCnt="0">
        <dgm:presLayoutVars>
          <dgm:dir/>
          <dgm:resizeHandles val="exact"/>
        </dgm:presLayoutVars>
      </dgm:prSet>
      <dgm:spPr/>
    </dgm:pt>
    <dgm:pt modelId="{0D1FFE69-A628-4956-A27D-82312795974A}" type="pres">
      <dgm:prSet presAssocID="{884CC3F3-8DED-4F19-BFC4-5D97D5EEDFD2}" presName="compNode" presStyleCnt="0"/>
      <dgm:spPr/>
    </dgm:pt>
    <dgm:pt modelId="{2F4066B0-ECA4-4D96-B34F-F76A72F68A8E}" type="pres">
      <dgm:prSet presAssocID="{884CC3F3-8DED-4F19-BFC4-5D97D5EEDFD2}" presName="bgRect" presStyleLbl="bgShp" presStyleIdx="0" presStyleCnt="4"/>
      <dgm:spPr/>
    </dgm:pt>
    <dgm:pt modelId="{2CD69E8F-3B8B-4BD9-A71C-E7DA97111EF1}" type="pres">
      <dgm:prSet presAssocID="{884CC3F3-8DED-4F19-BFC4-5D97D5EEDF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2A1BDA03-C617-41B1-A3AA-EBDDF334B10C}" type="pres">
      <dgm:prSet presAssocID="{884CC3F3-8DED-4F19-BFC4-5D97D5EEDFD2}" presName="spaceRect" presStyleCnt="0"/>
      <dgm:spPr/>
    </dgm:pt>
    <dgm:pt modelId="{5A36D328-5CB3-436C-9293-80CAFB79E75E}" type="pres">
      <dgm:prSet presAssocID="{884CC3F3-8DED-4F19-BFC4-5D97D5EEDFD2}" presName="parTx" presStyleLbl="revTx" presStyleIdx="0" presStyleCnt="4">
        <dgm:presLayoutVars>
          <dgm:chMax val="0"/>
          <dgm:chPref val="0"/>
        </dgm:presLayoutVars>
      </dgm:prSet>
      <dgm:spPr/>
    </dgm:pt>
    <dgm:pt modelId="{F39700E9-7DE8-4A0F-B4D2-0306EA57145B}" type="pres">
      <dgm:prSet presAssocID="{CA61EB79-AE85-48C9-B7A5-3D45B7435AD6}" presName="sibTrans" presStyleCnt="0"/>
      <dgm:spPr/>
    </dgm:pt>
    <dgm:pt modelId="{DDC689F9-0E4D-4A7A-8406-590AA667CEA4}" type="pres">
      <dgm:prSet presAssocID="{3AF6CA07-AAAE-4071-B22D-9A43E129EFF9}" presName="compNode" presStyleCnt="0"/>
      <dgm:spPr/>
    </dgm:pt>
    <dgm:pt modelId="{11FCE9E2-3977-4028-B830-96F16620E1B2}" type="pres">
      <dgm:prSet presAssocID="{3AF6CA07-AAAE-4071-B22D-9A43E129EFF9}" presName="bgRect" presStyleLbl="bgShp" presStyleIdx="1" presStyleCnt="4"/>
      <dgm:spPr/>
    </dgm:pt>
    <dgm:pt modelId="{FF7D674E-09C7-43CF-8391-EFBBA5B7D4C0}" type="pres">
      <dgm:prSet presAssocID="{3AF6CA07-AAAE-4071-B22D-9A43E129EF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5CF8FBCE-FE1C-42AC-BAAA-285E6DBEA84E}" type="pres">
      <dgm:prSet presAssocID="{3AF6CA07-AAAE-4071-B22D-9A43E129EFF9}" presName="spaceRect" presStyleCnt="0"/>
      <dgm:spPr/>
    </dgm:pt>
    <dgm:pt modelId="{CD0E4291-31E7-43A6-8291-1E00654C6AC1}" type="pres">
      <dgm:prSet presAssocID="{3AF6CA07-AAAE-4071-B22D-9A43E129EFF9}" presName="parTx" presStyleLbl="revTx" presStyleIdx="1" presStyleCnt="4">
        <dgm:presLayoutVars>
          <dgm:chMax val="0"/>
          <dgm:chPref val="0"/>
        </dgm:presLayoutVars>
      </dgm:prSet>
      <dgm:spPr/>
    </dgm:pt>
    <dgm:pt modelId="{69108831-8E33-42F3-B3E7-9EC2845A29F7}" type="pres">
      <dgm:prSet presAssocID="{CCC23EC6-983C-49DA-B955-A0D1D4715189}" presName="sibTrans" presStyleCnt="0"/>
      <dgm:spPr/>
    </dgm:pt>
    <dgm:pt modelId="{AE7EBDA5-87D3-4FC9-9708-3C10C78F418A}" type="pres">
      <dgm:prSet presAssocID="{B438435C-8DD5-4107-BD3F-0084D6D4CA1F}" presName="compNode" presStyleCnt="0"/>
      <dgm:spPr/>
    </dgm:pt>
    <dgm:pt modelId="{44DB4BC2-8080-41B4-A446-D18160316BBE}" type="pres">
      <dgm:prSet presAssocID="{B438435C-8DD5-4107-BD3F-0084D6D4CA1F}" presName="bgRect" presStyleLbl="bgShp" presStyleIdx="2" presStyleCnt="4"/>
      <dgm:spPr/>
    </dgm:pt>
    <dgm:pt modelId="{5D3E7E31-F487-4172-A36B-CA8A90E01B04}" type="pres">
      <dgm:prSet presAssocID="{B438435C-8DD5-4107-BD3F-0084D6D4CA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2E96BFB0-DBBC-4003-8EEF-954F8F25DCEE}" type="pres">
      <dgm:prSet presAssocID="{B438435C-8DD5-4107-BD3F-0084D6D4CA1F}" presName="spaceRect" presStyleCnt="0"/>
      <dgm:spPr/>
    </dgm:pt>
    <dgm:pt modelId="{928F3760-341F-42A0-9E31-D9F36BF24C96}" type="pres">
      <dgm:prSet presAssocID="{B438435C-8DD5-4107-BD3F-0084D6D4CA1F}" presName="parTx" presStyleLbl="revTx" presStyleIdx="2" presStyleCnt="4">
        <dgm:presLayoutVars>
          <dgm:chMax val="0"/>
          <dgm:chPref val="0"/>
        </dgm:presLayoutVars>
      </dgm:prSet>
      <dgm:spPr/>
    </dgm:pt>
    <dgm:pt modelId="{839167BF-1AB9-4698-B47F-30053BB3F0EF}" type="pres">
      <dgm:prSet presAssocID="{25C6CD9F-9B6E-4381-A9EA-E28179757BCF}" presName="sibTrans" presStyleCnt="0"/>
      <dgm:spPr/>
    </dgm:pt>
    <dgm:pt modelId="{72B62531-B69C-4B43-80E4-AB60B553E722}" type="pres">
      <dgm:prSet presAssocID="{6FF7D4D4-4418-4BFF-B35E-78C2A8DA9CF4}" presName="compNode" presStyleCnt="0"/>
      <dgm:spPr/>
    </dgm:pt>
    <dgm:pt modelId="{D5C297B9-28D0-4B02-8E4B-06E65F00A8AB}" type="pres">
      <dgm:prSet presAssocID="{6FF7D4D4-4418-4BFF-B35E-78C2A8DA9CF4}" presName="bgRect" presStyleLbl="bgShp" presStyleIdx="3" presStyleCnt="4"/>
      <dgm:spPr/>
    </dgm:pt>
    <dgm:pt modelId="{ACCB8E85-A3E8-471C-A95E-B099D7DD1B98}" type="pres">
      <dgm:prSet presAssocID="{6FF7D4D4-4418-4BFF-B35E-78C2A8DA9CF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6397D08-3204-481B-9B7D-E62E8253F848}" type="pres">
      <dgm:prSet presAssocID="{6FF7D4D4-4418-4BFF-B35E-78C2A8DA9CF4}" presName="spaceRect" presStyleCnt="0"/>
      <dgm:spPr/>
    </dgm:pt>
    <dgm:pt modelId="{9BB3B69C-CE93-44DE-83C8-5DAD89322095}" type="pres">
      <dgm:prSet presAssocID="{6FF7D4D4-4418-4BFF-B35E-78C2A8DA9CF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F054E00-C395-4FFF-903E-21AA270B3591}" type="presOf" srcId="{B438435C-8DD5-4107-BD3F-0084D6D4CA1F}" destId="{928F3760-341F-42A0-9E31-D9F36BF24C96}" srcOrd="0" destOrd="0" presId="urn:microsoft.com/office/officeart/2018/2/layout/IconVerticalSolidList"/>
    <dgm:cxn modelId="{7FA0B706-FB45-4061-86FE-2717D1468620}" type="presOf" srcId="{884CC3F3-8DED-4F19-BFC4-5D97D5EEDFD2}" destId="{5A36D328-5CB3-436C-9293-80CAFB79E75E}" srcOrd="0" destOrd="0" presId="urn:microsoft.com/office/officeart/2018/2/layout/IconVerticalSolidList"/>
    <dgm:cxn modelId="{A0242334-9F3F-422D-B263-EF7720177C84}" srcId="{EFA26A3D-D3B7-49A4-857D-E0FB6B64097A}" destId="{884CC3F3-8DED-4F19-BFC4-5D97D5EEDFD2}" srcOrd="0" destOrd="0" parTransId="{07C8C514-FCC9-4DE1-A7F4-EAFCE7D73F70}" sibTransId="{CA61EB79-AE85-48C9-B7A5-3D45B7435AD6}"/>
    <dgm:cxn modelId="{7228476D-7A0C-453D-922B-19ECAB3AC412}" srcId="{EFA26A3D-D3B7-49A4-857D-E0FB6B64097A}" destId="{B438435C-8DD5-4107-BD3F-0084D6D4CA1F}" srcOrd="2" destOrd="0" parTransId="{CBFCBC50-1965-4811-83A6-9435EA6A0A21}" sibTransId="{25C6CD9F-9B6E-4381-A9EA-E28179757BCF}"/>
    <dgm:cxn modelId="{5E77C955-A5E2-4320-A527-883E8041EFCB}" srcId="{EFA26A3D-D3B7-49A4-857D-E0FB6B64097A}" destId="{3AF6CA07-AAAE-4071-B22D-9A43E129EFF9}" srcOrd="1" destOrd="0" parTransId="{688348C4-02A0-4F80-9315-545D6B80B875}" sibTransId="{CCC23EC6-983C-49DA-B955-A0D1D4715189}"/>
    <dgm:cxn modelId="{E9743EBE-C5CD-4D9B-9004-26075774C341}" type="presOf" srcId="{6FF7D4D4-4418-4BFF-B35E-78C2A8DA9CF4}" destId="{9BB3B69C-CE93-44DE-83C8-5DAD89322095}" srcOrd="0" destOrd="0" presId="urn:microsoft.com/office/officeart/2018/2/layout/IconVerticalSolidList"/>
    <dgm:cxn modelId="{21F783C1-D522-43F9-B38A-5FA0E45B5F38}" srcId="{EFA26A3D-D3B7-49A4-857D-E0FB6B64097A}" destId="{6FF7D4D4-4418-4BFF-B35E-78C2A8DA9CF4}" srcOrd="3" destOrd="0" parTransId="{558A02D9-46E0-4E77-87A0-3F75DF05358F}" sibTransId="{7A51CDFE-7A12-472F-B9DD-78B9529D2D2B}"/>
    <dgm:cxn modelId="{52E1B2C4-63F0-477E-BE82-AD2A2EF77B36}" type="presOf" srcId="{3AF6CA07-AAAE-4071-B22D-9A43E129EFF9}" destId="{CD0E4291-31E7-43A6-8291-1E00654C6AC1}" srcOrd="0" destOrd="0" presId="urn:microsoft.com/office/officeart/2018/2/layout/IconVerticalSolidList"/>
    <dgm:cxn modelId="{34CE8CC5-9231-4CEB-9AB6-0266FE08D75A}" type="presOf" srcId="{EFA26A3D-D3B7-49A4-857D-E0FB6B64097A}" destId="{7C1D36D0-E55B-4E66-8906-2D0E22EF5835}" srcOrd="0" destOrd="0" presId="urn:microsoft.com/office/officeart/2018/2/layout/IconVerticalSolidList"/>
    <dgm:cxn modelId="{9160A52B-CA0C-4AF4-A667-6651AF65E3B7}" type="presParOf" srcId="{7C1D36D0-E55B-4E66-8906-2D0E22EF5835}" destId="{0D1FFE69-A628-4956-A27D-82312795974A}" srcOrd="0" destOrd="0" presId="urn:microsoft.com/office/officeart/2018/2/layout/IconVerticalSolidList"/>
    <dgm:cxn modelId="{E9E81CEB-8E7C-458A-AB13-E2354C34AAA5}" type="presParOf" srcId="{0D1FFE69-A628-4956-A27D-82312795974A}" destId="{2F4066B0-ECA4-4D96-B34F-F76A72F68A8E}" srcOrd="0" destOrd="0" presId="urn:microsoft.com/office/officeart/2018/2/layout/IconVerticalSolidList"/>
    <dgm:cxn modelId="{BFB7E129-80F5-4F77-AB04-BEC917AF5B9C}" type="presParOf" srcId="{0D1FFE69-A628-4956-A27D-82312795974A}" destId="{2CD69E8F-3B8B-4BD9-A71C-E7DA97111EF1}" srcOrd="1" destOrd="0" presId="urn:microsoft.com/office/officeart/2018/2/layout/IconVerticalSolidList"/>
    <dgm:cxn modelId="{23A92528-DBB3-45CF-97A7-75C5DED9B453}" type="presParOf" srcId="{0D1FFE69-A628-4956-A27D-82312795974A}" destId="{2A1BDA03-C617-41B1-A3AA-EBDDF334B10C}" srcOrd="2" destOrd="0" presId="urn:microsoft.com/office/officeart/2018/2/layout/IconVerticalSolidList"/>
    <dgm:cxn modelId="{96D6A13C-A9B5-40F5-AA41-6C202E662338}" type="presParOf" srcId="{0D1FFE69-A628-4956-A27D-82312795974A}" destId="{5A36D328-5CB3-436C-9293-80CAFB79E75E}" srcOrd="3" destOrd="0" presId="urn:microsoft.com/office/officeart/2018/2/layout/IconVerticalSolidList"/>
    <dgm:cxn modelId="{F6C841A7-21B4-4275-9E77-A4E063CDA153}" type="presParOf" srcId="{7C1D36D0-E55B-4E66-8906-2D0E22EF5835}" destId="{F39700E9-7DE8-4A0F-B4D2-0306EA57145B}" srcOrd="1" destOrd="0" presId="urn:microsoft.com/office/officeart/2018/2/layout/IconVerticalSolidList"/>
    <dgm:cxn modelId="{3A529E58-9AC2-494A-B1EA-FBDB37191D1A}" type="presParOf" srcId="{7C1D36D0-E55B-4E66-8906-2D0E22EF5835}" destId="{DDC689F9-0E4D-4A7A-8406-590AA667CEA4}" srcOrd="2" destOrd="0" presId="urn:microsoft.com/office/officeart/2018/2/layout/IconVerticalSolidList"/>
    <dgm:cxn modelId="{19164F22-3513-42EB-BC7E-6A9FE7212D46}" type="presParOf" srcId="{DDC689F9-0E4D-4A7A-8406-590AA667CEA4}" destId="{11FCE9E2-3977-4028-B830-96F16620E1B2}" srcOrd="0" destOrd="0" presId="urn:microsoft.com/office/officeart/2018/2/layout/IconVerticalSolidList"/>
    <dgm:cxn modelId="{D5E45BC1-F3F7-4146-8758-9681DE3AC65F}" type="presParOf" srcId="{DDC689F9-0E4D-4A7A-8406-590AA667CEA4}" destId="{FF7D674E-09C7-43CF-8391-EFBBA5B7D4C0}" srcOrd="1" destOrd="0" presId="urn:microsoft.com/office/officeart/2018/2/layout/IconVerticalSolidList"/>
    <dgm:cxn modelId="{6C15475D-7C5F-4F10-8EB7-6373EFD3C120}" type="presParOf" srcId="{DDC689F9-0E4D-4A7A-8406-590AA667CEA4}" destId="{5CF8FBCE-FE1C-42AC-BAAA-285E6DBEA84E}" srcOrd="2" destOrd="0" presId="urn:microsoft.com/office/officeart/2018/2/layout/IconVerticalSolidList"/>
    <dgm:cxn modelId="{771EA125-375C-47B2-9A15-B4DB701622D1}" type="presParOf" srcId="{DDC689F9-0E4D-4A7A-8406-590AA667CEA4}" destId="{CD0E4291-31E7-43A6-8291-1E00654C6AC1}" srcOrd="3" destOrd="0" presId="urn:microsoft.com/office/officeart/2018/2/layout/IconVerticalSolidList"/>
    <dgm:cxn modelId="{D34A28D0-CEB6-45BE-88E0-A06C689D546D}" type="presParOf" srcId="{7C1D36D0-E55B-4E66-8906-2D0E22EF5835}" destId="{69108831-8E33-42F3-B3E7-9EC2845A29F7}" srcOrd="3" destOrd="0" presId="urn:microsoft.com/office/officeart/2018/2/layout/IconVerticalSolidList"/>
    <dgm:cxn modelId="{C4A5E14D-C992-409B-A16F-B6321BD5D520}" type="presParOf" srcId="{7C1D36D0-E55B-4E66-8906-2D0E22EF5835}" destId="{AE7EBDA5-87D3-4FC9-9708-3C10C78F418A}" srcOrd="4" destOrd="0" presId="urn:microsoft.com/office/officeart/2018/2/layout/IconVerticalSolidList"/>
    <dgm:cxn modelId="{66F12F7C-5E65-4BC3-B889-C42936E1B049}" type="presParOf" srcId="{AE7EBDA5-87D3-4FC9-9708-3C10C78F418A}" destId="{44DB4BC2-8080-41B4-A446-D18160316BBE}" srcOrd="0" destOrd="0" presId="urn:microsoft.com/office/officeart/2018/2/layout/IconVerticalSolidList"/>
    <dgm:cxn modelId="{C5414B28-17C5-4337-9537-03F02283A5CC}" type="presParOf" srcId="{AE7EBDA5-87D3-4FC9-9708-3C10C78F418A}" destId="{5D3E7E31-F487-4172-A36B-CA8A90E01B04}" srcOrd="1" destOrd="0" presId="urn:microsoft.com/office/officeart/2018/2/layout/IconVerticalSolidList"/>
    <dgm:cxn modelId="{03324F8D-3D35-4658-A3B0-063F9A92E50C}" type="presParOf" srcId="{AE7EBDA5-87D3-4FC9-9708-3C10C78F418A}" destId="{2E96BFB0-DBBC-4003-8EEF-954F8F25DCEE}" srcOrd="2" destOrd="0" presId="urn:microsoft.com/office/officeart/2018/2/layout/IconVerticalSolidList"/>
    <dgm:cxn modelId="{83D80673-F513-4965-AAF2-CA5A68FAE5E6}" type="presParOf" srcId="{AE7EBDA5-87D3-4FC9-9708-3C10C78F418A}" destId="{928F3760-341F-42A0-9E31-D9F36BF24C96}" srcOrd="3" destOrd="0" presId="urn:microsoft.com/office/officeart/2018/2/layout/IconVerticalSolidList"/>
    <dgm:cxn modelId="{62365309-2D8D-461F-B44C-4B487BADCF33}" type="presParOf" srcId="{7C1D36D0-E55B-4E66-8906-2D0E22EF5835}" destId="{839167BF-1AB9-4698-B47F-30053BB3F0EF}" srcOrd="5" destOrd="0" presId="urn:microsoft.com/office/officeart/2018/2/layout/IconVerticalSolidList"/>
    <dgm:cxn modelId="{A8AF7CC0-D8D2-4FF1-9DE2-611E2EE1B4D2}" type="presParOf" srcId="{7C1D36D0-E55B-4E66-8906-2D0E22EF5835}" destId="{72B62531-B69C-4B43-80E4-AB60B553E722}" srcOrd="6" destOrd="0" presId="urn:microsoft.com/office/officeart/2018/2/layout/IconVerticalSolidList"/>
    <dgm:cxn modelId="{1F355130-F57F-419E-8B68-381507CB800B}" type="presParOf" srcId="{72B62531-B69C-4B43-80E4-AB60B553E722}" destId="{D5C297B9-28D0-4B02-8E4B-06E65F00A8AB}" srcOrd="0" destOrd="0" presId="urn:microsoft.com/office/officeart/2018/2/layout/IconVerticalSolidList"/>
    <dgm:cxn modelId="{B64042C5-DC2E-4582-91B0-5083030F62CA}" type="presParOf" srcId="{72B62531-B69C-4B43-80E4-AB60B553E722}" destId="{ACCB8E85-A3E8-471C-A95E-B099D7DD1B98}" srcOrd="1" destOrd="0" presId="urn:microsoft.com/office/officeart/2018/2/layout/IconVerticalSolidList"/>
    <dgm:cxn modelId="{94752E79-97FF-43C8-A9D9-C40826542A8E}" type="presParOf" srcId="{72B62531-B69C-4B43-80E4-AB60B553E722}" destId="{06397D08-3204-481B-9B7D-E62E8253F848}" srcOrd="2" destOrd="0" presId="urn:microsoft.com/office/officeart/2018/2/layout/IconVerticalSolidList"/>
    <dgm:cxn modelId="{8D77B460-6408-4A8B-ADFA-C3966A890D3A}" type="presParOf" srcId="{72B62531-B69C-4B43-80E4-AB60B553E722}" destId="{9BB3B69C-CE93-44DE-83C8-5DAD893220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9A1FB5-38D5-444E-9690-BF746CA9BC0F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39DA15A-E92C-4B52-AF41-83C34573E555}">
      <dgm:prSet/>
      <dgm:spPr/>
      <dgm:t>
        <a:bodyPr/>
        <a:lstStyle/>
        <a:p>
          <a:r>
            <a:rPr lang="en-US" b="0" i="0" baseline="0"/>
            <a:t>Converted price to numeric (removed $ and commas)</a:t>
          </a:r>
          <a:endParaRPr lang="en-US"/>
        </a:p>
      </dgm:t>
    </dgm:pt>
    <dgm:pt modelId="{AF0BDFD7-BB80-4A46-BEB6-4B2F9B85524D}" type="parTrans" cxnId="{D920EA1A-5515-49C7-848F-555200FC0AE4}">
      <dgm:prSet/>
      <dgm:spPr/>
      <dgm:t>
        <a:bodyPr/>
        <a:lstStyle/>
        <a:p>
          <a:endParaRPr lang="en-US"/>
        </a:p>
      </dgm:t>
    </dgm:pt>
    <dgm:pt modelId="{54D3053A-C800-4523-93F8-13B7BF6727AD}" type="sibTrans" cxnId="{D920EA1A-5515-49C7-848F-555200FC0AE4}">
      <dgm:prSet/>
      <dgm:spPr/>
      <dgm:t>
        <a:bodyPr/>
        <a:lstStyle/>
        <a:p>
          <a:endParaRPr lang="en-US"/>
        </a:p>
      </dgm:t>
    </dgm:pt>
    <dgm:pt modelId="{A04EAA2D-E5BE-4C5D-AAD6-E95261BEF4B4}">
      <dgm:prSet/>
      <dgm:spPr/>
      <dgm:t>
        <a:bodyPr/>
        <a:lstStyle/>
        <a:p>
          <a:r>
            <a:rPr lang="en-US" b="0" i="0" baseline="0"/>
            <a:t>Converted milage to numeric (removed commas and "mi.")</a:t>
          </a:r>
          <a:endParaRPr lang="en-US"/>
        </a:p>
      </dgm:t>
    </dgm:pt>
    <dgm:pt modelId="{D70B77D0-8FB5-4E2C-AB6E-C5B87D44DEE5}" type="parTrans" cxnId="{4612E736-AB0D-4E7F-8E70-31E9426020AA}">
      <dgm:prSet/>
      <dgm:spPr/>
      <dgm:t>
        <a:bodyPr/>
        <a:lstStyle/>
        <a:p>
          <a:endParaRPr lang="en-US"/>
        </a:p>
      </dgm:t>
    </dgm:pt>
    <dgm:pt modelId="{0D53ADAB-3AC5-4BCB-A066-849D8753FA07}" type="sibTrans" cxnId="{4612E736-AB0D-4E7F-8E70-31E9426020AA}">
      <dgm:prSet/>
      <dgm:spPr/>
      <dgm:t>
        <a:bodyPr/>
        <a:lstStyle/>
        <a:p>
          <a:endParaRPr lang="en-US"/>
        </a:p>
      </dgm:t>
    </dgm:pt>
    <dgm:pt modelId="{0515B2AF-5749-46F1-97E7-DD7D3FFF2DEF}">
      <dgm:prSet/>
      <dgm:spPr/>
      <dgm:t>
        <a:bodyPr/>
        <a:lstStyle/>
        <a:p>
          <a:r>
            <a:rPr lang="en-US" b="0" i="0" baseline="0"/>
            <a:t>Dropped rows with missing price values</a:t>
          </a:r>
          <a:endParaRPr lang="en-US"/>
        </a:p>
      </dgm:t>
    </dgm:pt>
    <dgm:pt modelId="{C629D29D-4D9D-4731-A708-93CB9E8467D4}" type="parTrans" cxnId="{5BAF93C3-5FC7-4380-B250-D63B5BBCF0E2}">
      <dgm:prSet/>
      <dgm:spPr/>
      <dgm:t>
        <a:bodyPr/>
        <a:lstStyle/>
        <a:p>
          <a:endParaRPr lang="en-US"/>
        </a:p>
      </dgm:t>
    </dgm:pt>
    <dgm:pt modelId="{00E28A43-179B-46CD-982D-0AD2A0FDD29D}" type="sibTrans" cxnId="{5BAF93C3-5FC7-4380-B250-D63B5BBCF0E2}">
      <dgm:prSet/>
      <dgm:spPr/>
      <dgm:t>
        <a:bodyPr/>
        <a:lstStyle/>
        <a:p>
          <a:endParaRPr lang="en-US"/>
        </a:p>
      </dgm:t>
    </dgm:pt>
    <dgm:pt modelId="{E678A1E5-FFC5-4E42-902C-AD0E12312AB3}">
      <dgm:prSet/>
      <dgm:spPr/>
      <dgm:t>
        <a:bodyPr/>
        <a:lstStyle/>
        <a:p>
          <a:r>
            <a:rPr lang="en-US" b="0" i="0" baseline="0"/>
            <a:t>Selected features for prediction: model_year, milage</a:t>
          </a:r>
          <a:endParaRPr lang="en-US"/>
        </a:p>
      </dgm:t>
    </dgm:pt>
    <dgm:pt modelId="{EBA75659-ABB1-4B4E-A2AB-271210337BB5}" type="parTrans" cxnId="{9C1F548A-9E6D-4ECE-9035-FA543A109BA3}">
      <dgm:prSet/>
      <dgm:spPr/>
      <dgm:t>
        <a:bodyPr/>
        <a:lstStyle/>
        <a:p>
          <a:endParaRPr lang="en-US"/>
        </a:p>
      </dgm:t>
    </dgm:pt>
    <dgm:pt modelId="{DC69FB15-E3D7-4B23-81AE-A4F95BC39150}" type="sibTrans" cxnId="{9C1F548A-9E6D-4ECE-9035-FA543A109BA3}">
      <dgm:prSet/>
      <dgm:spPr/>
      <dgm:t>
        <a:bodyPr/>
        <a:lstStyle/>
        <a:p>
          <a:endParaRPr lang="en-US"/>
        </a:p>
      </dgm:t>
    </dgm:pt>
    <dgm:pt modelId="{03B5D0CE-4836-4996-844C-F6D790392300}" type="pres">
      <dgm:prSet presAssocID="{409A1FB5-38D5-444E-9690-BF746CA9BC0F}" presName="outerComposite" presStyleCnt="0">
        <dgm:presLayoutVars>
          <dgm:chMax val="5"/>
          <dgm:dir/>
          <dgm:resizeHandles val="exact"/>
        </dgm:presLayoutVars>
      </dgm:prSet>
      <dgm:spPr/>
    </dgm:pt>
    <dgm:pt modelId="{E5F06B7A-96FA-449E-8959-560E92ADC0EB}" type="pres">
      <dgm:prSet presAssocID="{409A1FB5-38D5-444E-9690-BF746CA9BC0F}" presName="dummyMaxCanvas" presStyleCnt="0">
        <dgm:presLayoutVars/>
      </dgm:prSet>
      <dgm:spPr/>
    </dgm:pt>
    <dgm:pt modelId="{5A799E45-66B8-4AD9-8AF9-29319C19CDB5}" type="pres">
      <dgm:prSet presAssocID="{409A1FB5-38D5-444E-9690-BF746CA9BC0F}" presName="FourNodes_1" presStyleLbl="node1" presStyleIdx="0" presStyleCnt="4">
        <dgm:presLayoutVars>
          <dgm:bulletEnabled val="1"/>
        </dgm:presLayoutVars>
      </dgm:prSet>
      <dgm:spPr/>
    </dgm:pt>
    <dgm:pt modelId="{DB8B4BA6-051D-4DC4-BD24-D0E73F96636B}" type="pres">
      <dgm:prSet presAssocID="{409A1FB5-38D5-444E-9690-BF746CA9BC0F}" presName="FourNodes_2" presStyleLbl="node1" presStyleIdx="1" presStyleCnt="4">
        <dgm:presLayoutVars>
          <dgm:bulletEnabled val="1"/>
        </dgm:presLayoutVars>
      </dgm:prSet>
      <dgm:spPr/>
    </dgm:pt>
    <dgm:pt modelId="{A3A5980B-7484-4C77-940F-52935FFC14AC}" type="pres">
      <dgm:prSet presAssocID="{409A1FB5-38D5-444E-9690-BF746CA9BC0F}" presName="FourNodes_3" presStyleLbl="node1" presStyleIdx="2" presStyleCnt="4">
        <dgm:presLayoutVars>
          <dgm:bulletEnabled val="1"/>
        </dgm:presLayoutVars>
      </dgm:prSet>
      <dgm:spPr/>
    </dgm:pt>
    <dgm:pt modelId="{977AE9DE-5E92-4F04-8C2C-869178F7FE00}" type="pres">
      <dgm:prSet presAssocID="{409A1FB5-38D5-444E-9690-BF746CA9BC0F}" presName="FourNodes_4" presStyleLbl="node1" presStyleIdx="3" presStyleCnt="4">
        <dgm:presLayoutVars>
          <dgm:bulletEnabled val="1"/>
        </dgm:presLayoutVars>
      </dgm:prSet>
      <dgm:spPr/>
    </dgm:pt>
    <dgm:pt modelId="{9781AD97-838F-41BB-8B51-2249E27C29B5}" type="pres">
      <dgm:prSet presAssocID="{409A1FB5-38D5-444E-9690-BF746CA9BC0F}" presName="FourConn_1-2" presStyleLbl="fgAccFollowNode1" presStyleIdx="0" presStyleCnt="3">
        <dgm:presLayoutVars>
          <dgm:bulletEnabled val="1"/>
        </dgm:presLayoutVars>
      </dgm:prSet>
      <dgm:spPr/>
    </dgm:pt>
    <dgm:pt modelId="{4EF82296-C175-43CC-A2A1-D3C1EFE38C8C}" type="pres">
      <dgm:prSet presAssocID="{409A1FB5-38D5-444E-9690-BF746CA9BC0F}" presName="FourConn_2-3" presStyleLbl="fgAccFollowNode1" presStyleIdx="1" presStyleCnt="3">
        <dgm:presLayoutVars>
          <dgm:bulletEnabled val="1"/>
        </dgm:presLayoutVars>
      </dgm:prSet>
      <dgm:spPr/>
    </dgm:pt>
    <dgm:pt modelId="{1FA15095-FBBE-489C-9077-214EBA140D97}" type="pres">
      <dgm:prSet presAssocID="{409A1FB5-38D5-444E-9690-BF746CA9BC0F}" presName="FourConn_3-4" presStyleLbl="fgAccFollowNode1" presStyleIdx="2" presStyleCnt="3">
        <dgm:presLayoutVars>
          <dgm:bulletEnabled val="1"/>
        </dgm:presLayoutVars>
      </dgm:prSet>
      <dgm:spPr/>
    </dgm:pt>
    <dgm:pt modelId="{82FBF3C7-A81E-4769-8D2C-37CB43555CAE}" type="pres">
      <dgm:prSet presAssocID="{409A1FB5-38D5-444E-9690-BF746CA9BC0F}" presName="FourNodes_1_text" presStyleLbl="node1" presStyleIdx="3" presStyleCnt="4">
        <dgm:presLayoutVars>
          <dgm:bulletEnabled val="1"/>
        </dgm:presLayoutVars>
      </dgm:prSet>
      <dgm:spPr/>
    </dgm:pt>
    <dgm:pt modelId="{E3C5E509-283C-4F47-A906-A7A6048B1B6E}" type="pres">
      <dgm:prSet presAssocID="{409A1FB5-38D5-444E-9690-BF746CA9BC0F}" presName="FourNodes_2_text" presStyleLbl="node1" presStyleIdx="3" presStyleCnt="4">
        <dgm:presLayoutVars>
          <dgm:bulletEnabled val="1"/>
        </dgm:presLayoutVars>
      </dgm:prSet>
      <dgm:spPr/>
    </dgm:pt>
    <dgm:pt modelId="{67D9BEC0-5C22-40FA-9ED3-CD7BB7BFC763}" type="pres">
      <dgm:prSet presAssocID="{409A1FB5-38D5-444E-9690-BF746CA9BC0F}" presName="FourNodes_3_text" presStyleLbl="node1" presStyleIdx="3" presStyleCnt="4">
        <dgm:presLayoutVars>
          <dgm:bulletEnabled val="1"/>
        </dgm:presLayoutVars>
      </dgm:prSet>
      <dgm:spPr/>
    </dgm:pt>
    <dgm:pt modelId="{6C566E91-360E-4563-90F4-121614046508}" type="pres">
      <dgm:prSet presAssocID="{409A1FB5-38D5-444E-9690-BF746CA9BC0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BB82E07-893A-4787-9242-7F5D5BC9F38A}" type="presOf" srcId="{A04EAA2D-E5BE-4C5D-AAD6-E95261BEF4B4}" destId="{E3C5E509-283C-4F47-A906-A7A6048B1B6E}" srcOrd="1" destOrd="0" presId="urn:microsoft.com/office/officeart/2005/8/layout/vProcess5"/>
    <dgm:cxn modelId="{E0A78D0E-C437-4445-B575-EE44169544F0}" type="presOf" srcId="{0D53ADAB-3AC5-4BCB-A066-849D8753FA07}" destId="{4EF82296-C175-43CC-A2A1-D3C1EFE38C8C}" srcOrd="0" destOrd="0" presId="urn:microsoft.com/office/officeart/2005/8/layout/vProcess5"/>
    <dgm:cxn modelId="{D920EA1A-5515-49C7-848F-555200FC0AE4}" srcId="{409A1FB5-38D5-444E-9690-BF746CA9BC0F}" destId="{F39DA15A-E92C-4B52-AF41-83C34573E555}" srcOrd="0" destOrd="0" parTransId="{AF0BDFD7-BB80-4A46-BEB6-4B2F9B85524D}" sibTransId="{54D3053A-C800-4523-93F8-13B7BF6727AD}"/>
    <dgm:cxn modelId="{4BE4ED24-D0CF-4CBD-9D4A-6BF8C4A47C83}" type="presOf" srcId="{0515B2AF-5749-46F1-97E7-DD7D3FFF2DEF}" destId="{A3A5980B-7484-4C77-940F-52935FFC14AC}" srcOrd="0" destOrd="0" presId="urn:microsoft.com/office/officeart/2005/8/layout/vProcess5"/>
    <dgm:cxn modelId="{4612E736-AB0D-4E7F-8E70-31E9426020AA}" srcId="{409A1FB5-38D5-444E-9690-BF746CA9BC0F}" destId="{A04EAA2D-E5BE-4C5D-AAD6-E95261BEF4B4}" srcOrd="1" destOrd="0" parTransId="{D70B77D0-8FB5-4E2C-AB6E-C5B87D44DEE5}" sibTransId="{0D53ADAB-3AC5-4BCB-A066-849D8753FA07}"/>
    <dgm:cxn modelId="{6846396C-5211-4AD6-BC5F-A246FE160E9E}" type="presOf" srcId="{E678A1E5-FFC5-4E42-902C-AD0E12312AB3}" destId="{977AE9DE-5E92-4F04-8C2C-869178F7FE00}" srcOrd="0" destOrd="0" presId="urn:microsoft.com/office/officeart/2005/8/layout/vProcess5"/>
    <dgm:cxn modelId="{48757D4F-D005-4D00-8CCA-21A1A8C681D7}" type="presOf" srcId="{409A1FB5-38D5-444E-9690-BF746CA9BC0F}" destId="{03B5D0CE-4836-4996-844C-F6D790392300}" srcOrd="0" destOrd="0" presId="urn:microsoft.com/office/officeart/2005/8/layout/vProcess5"/>
    <dgm:cxn modelId="{9CD57975-038A-465B-9592-D034933E1484}" type="presOf" srcId="{F39DA15A-E92C-4B52-AF41-83C34573E555}" destId="{5A799E45-66B8-4AD9-8AF9-29319C19CDB5}" srcOrd="0" destOrd="0" presId="urn:microsoft.com/office/officeart/2005/8/layout/vProcess5"/>
    <dgm:cxn modelId="{1D484285-BFD6-4A21-BDC6-E761487C5C59}" type="presOf" srcId="{A04EAA2D-E5BE-4C5D-AAD6-E95261BEF4B4}" destId="{DB8B4BA6-051D-4DC4-BD24-D0E73F96636B}" srcOrd="0" destOrd="0" presId="urn:microsoft.com/office/officeart/2005/8/layout/vProcess5"/>
    <dgm:cxn modelId="{83500087-D67C-4144-879B-86F725196AD1}" type="presOf" srcId="{F39DA15A-E92C-4B52-AF41-83C34573E555}" destId="{82FBF3C7-A81E-4769-8D2C-37CB43555CAE}" srcOrd="1" destOrd="0" presId="urn:microsoft.com/office/officeart/2005/8/layout/vProcess5"/>
    <dgm:cxn modelId="{9C1F548A-9E6D-4ECE-9035-FA543A109BA3}" srcId="{409A1FB5-38D5-444E-9690-BF746CA9BC0F}" destId="{E678A1E5-FFC5-4E42-902C-AD0E12312AB3}" srcOrd="3" destOrd="0" parTransId="{EBA75659-ABB1-4B4E-A2AB-271210337BB5}" sibTransId="{DC69FB15-E3D7-4B23-81AE-A4F95BC39150}"/>
    <dgm:cxn modelId="{A71035B6-B8FF-4BAC-A88C-278726D7190B}" type="presOf" srcId="{54D3053A-C800-4523-93F8-13B7BF6727AD}" destId="{9781AD97-838F-41BB-8B51-2249E27C29B5}" srcOrd="0" destOrd="0" presId="urn:microsoft.com/office/officeart/2005/8/layout/vProcess5"/>
    <dgm:cxn modelId="{FCC4A3BA-1A9E-49E7-B6B3-1F9CE9337B04}" type="presOf" srcId="{00E28A43-179B-46CD-982D-0AD2A0FDD29D}" destId="{1FA15095-FBBE-489C-9077-214EBA140D97}" srcOrd="0" destOrd="0" presId="urn:microsoft.com/office/officeart/2005/8/layout/vProcess5"/>
    <dgm:cxn modelId="{5BAF93C3-5FC7-4380-B250-D63B5BBCF0E2}" srcId="{409A1FB5-38D5-444E-9690-BF746CA9BC0F}" destId="{0515B2AF-5749-46F1-97E7-DD7D3FFF2DEF}" srcOrd="2" destOrd="0" parTransId="{C629D29D-4D9D-4731-A708-93CB9E8467D4}" sibTransId="{00E28A43-179B-46CD-982D-0AD2A0FDD29D}"/>
    <dgm:cxn modelId="{14D686DA-2C67-4739-92B2-E767DA93B052}" type="presOf" srcId="{E678A1E5-FFC5-4E42-902C-AD0E12312AB3}" destId="{6C566E91-360E-4563-90F4-121614046508}" srcOrd="1" destOrd="0" presId="urn:microsoft.com/office/officeart/2005/8/layout/vProcess5"/>
    <dgm:cxn modelId="{0A7845F4-2F4C-4586-A9B9-08E8CC476287}" type="presOf" srcId="{0515B2AF-5749-46F1-97E7-DD7D3FFF2DEF}" destId="{67D9BEC0-5C22-40FA-9ED3-CD7BB7BFC763}" srcOrd="1" destOrd="0" presId="urn:microsoft.com/office/officeart/2005/8/layout/vProcess5"/>
    <dgm:cxn modelId="{907DA429-BF13-4B39-A89D-1B11A21670A1}" type="presParOf" srcId="{03B5D0CE-4836-4996-844C-F6D790392300}" destId="{E5F06B7A-96FA-449E-8959-560E92ADC0EB}" srcOrd="0" destOrd="0" presId="urn:microsoft.com/office/officeart/2005/8/layout/vProcess5"/>
    <dgm:cxn modelId="{068FDBDB-A104-4521-8AA8-FD2E825FC4CD}" type="presParOf" srcId="{03B5D0CE-4836-4996-844C-F6D790392300}" destId="{5A799E45-66B8-4AD9-8AF9-29319C19CDB5}" srcOrd="1" destOrd="0" presId="urn:microsoft.com/office/officeart/2005/8/layout/vProcess5"/>
    <dgm:cxn modelId="{2E85F4D0-0D09-436C-8C5A-3641A2AF356E}" type="presParOf" srcId="{03B5D0CE-4836-4996-844C-F6D790392300}" destId="{DB8B4BA6-051D-4DC4-BD24-D0E73F96636B}" srcOrd="2" destOrd="0" presId="urn:microsoft.com/office/officeart/2005/8/layout/vProcess5"/>
    <dgm:cxn modelId="{A4B7A81B-C848-4E9F-BAF5-076DA1EDBAA1}" type="presParOf" srcId="{03B5D0CE-4836-4996-844C-F6D790392300}" destId="{A3A5980B-7484-4C77-940F-52935FFC14AC}" srcOrd="3" destOrd="0" presId="urn:microsoft.com/office/officeart/2005/8/layout/vProcess5"/>
    <dgm:cxn modelId="{DCE9458E-9D23-43DA-967A-8DB5227BADD5}" type="presParOf" srcId="{03B5D0CE-4836-4996-844C-F6D790392300}" destId="{977AE9DE-5E92-4F04-8C2C-869178F7FE00}" srcOrd="4" destOrd="0" presId="urn:microsoft.com/office/officeart/2005/8/layout/vProcess5"/>
    <dgm:cxn modelId="{132F4022-9FC6-471B-BD49-75332D674D8B}" type="presParOf" srcId="{03B5D0CE-4836-4996-844C-F6D790392300}" destId="{9781AD97-838F-41BB-8B51-2249E27C29B5}" srcOrd="5" destOrd="0" presId="urn:microsoft.com/office/officeart/2005/8/layout/vProcess5"/>
    <dgm:cxn modelId="{917868A0-AE7F-471F-8760-AEF11BD1E703}" type="presParOf" srcId="{03B5D0CE-4836-4996-844C-F6D790392300}" destId="{4EF82296-C175-43CC-A2A1-D3C1EFE38C8C}" srcOrd="6" destOrd="0" presId="urn:microsoft.com/office/officeart/2005/8/layout/vProcess5"/>
    <dgm:cxn modelId="{DDDF44C7-ED7F-479D-9FE7-1047D359575D}" type="presParOf" srcId="{03B5D0CE-4836-4996-844C-F6D790392300}" destId="{1FA15095-FBBE-489C-9077-214EBA140D97}" srcOrd="7" destOrd="0" presId="urn:microsoft.com/office/officeart/2005/8/layout/vProcess5"/>
    <dgm:cxn modelId="{BC475AF9-53AA-4A9E-95D1-F738F7ACC41E}" type="presParOf" srcId="{03B5D0CE-4836-4996-844C-F6D790392300}" destId="{82FBF3C7-A81E-4769-8D2C-37CB43555CAE}" srcOrd="8" destOrd="0" presId="urn:microsoft.com/office/officeart/2005/8/layout/vProcess5"/>
    <dgm:cxn modelId="{CE43F868-F535-465D-8946-B801A16EA682}" type="presParOf" srcId="{03B5D0CE-4836-4996-844C-F6D790392300}" destId="{E3C5E509-283C-4F47-A906-A7A6048B1B6E}" srcOrd="9" destOrd="0" presId="urn:microsoft.com/office/officeart/2005/8/layout/vProcess5"/>
    <dgm:cxn modelId="{CFFD9FBF-ACD2-402F-AA23-4E7EC757F5C0}" type="presParOf" srcId="{03B5D0CE-4836-4996-844C-F6D790392300}" destId="{67D9BEC0-5C22-40FA-9ED3-CD7BB7BFC763}" srcOrd="10" destOrd="0" presId="urn:microsoft.com/office/officeart/2005/8/layout/vProcess5"/>
    <dgm:cxn modelId="{3C3B0925-2503-4894-B637-6746E9E4661B}" type="presParOf" srcId="{03B5D0CE-4836-4996-844C-F6D790392300}" destId="{6C566E91-360E-4563-90F4-12161404650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04C706-973E-4C2D-9636-7D57E564715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8B59403-8D78-4C12-8831-DE44F9097F68}">
      <dgm:prSet/>
      <dgm:spPr/>
      <dgm:t>
        <a:bodyPr/>
        <a:lstStyle/>
        <a:p>
          <a:r>
            <a:rPr lang="en-US" b="1" i="0" baseline="0"/>
            <a:t>Linear Regression:</a:t>
          </a:r>
          <a:r>
            <a:rPr lang="en-US" b="0" i="0" baseline="0"/>
            <a:t> Simple baseline model</a:t>
          </a:r>
          <a:endParaRPr lang="en-US"/>
        </a:p>
      </dgm:t>
    </dgm:pt>
    <dgm:pt modelId="{65D797B5-3749-49D7-9946-70DE0449019A}" type="parTrans" cxnId="{84E28900-FCF2-4AAE-BE03-D3D8963C9941}">
      <dgm:prSet/>
      <dgm:spPr/>
      <dgm:t>
        <a:bodyPr/>
        <a:lstStyle/>
        <a:p>
          <a:endParaRPr lang="en-US"/>
        </a:p>
      </dgm:t>
    </dgm:pt>
    <dgm:pt modelId="{6E558D97-AC71-4262-9D32-331B81FC4EC0}" type="sibTrans" cxnId="{84E28900-FCF2-4AAE-BE03-D3D8963C9941}">
      <dgm:prSet/>
      <dgm:spPr/>
      <dgm:t>
        <a:bodyPr/>
        <a:lstStyle/>
        <a:p>
          <a:endParaRPr lang="en-US"/>
        </a:p>
      </dgm:t>
    </dgm:pt>
    <dgm:pt modelId="{5C95223F-D0E1-4EA1-9AFC-239324EFC54C}">
      <dgm:prSet/>
      <dgm:spPr/>
      <dgm:t>
        <a:bodyPr/>
        <a:lstStyle/>
        <a:p>
          <a:r>
            <a:rPr lang="en-US" b="1" i="0" baseline="0"/>
            <a:t>Decision Tree Regressor:</a:t>
          </a:r>
          <a:r>
            <a:rPr lang="en-US" b="0" i="0" baseline="0"/>
            <a:t> Captures non-linear relationships</a:t>
          </a:r>
          <a:endParaRPr lang="en-US"/>
        </a:p>
      </dgm:t>
    </dgm:pt>
    <dgm:pt modelId="{E2EBC112-8667-48A8-88D5-5FD6300F8D67}" type="parTrans" cxnId="{126CC322-0131-4CB7-AD76-C4DA94A7D747}">
      <dgm:prSet/>
      <dgm:spPr/>
      <dgm:t>
        <a:bodyPr/>
        <a:lstStyle/>
        <a:p>
          <a:endParaRPr lang="en-US"/>
        </a:p>
      </dgm:t>
    </dgm:pt>
    <dgm:pt modelId="{52F0054D-72F2-4889-8805-311E3D85B959}" type="sibTrans" cxnId="{126CC322-0131-4CB7-AD76-C4DA94A7D747}">
      <dgm:prSet/>
      <dgm:spPr/>
      <dgm:t>
        <a:bodyPr/>
        <a:lstStyle/>
        <a:p>
          <a:endParaRPr lang="en-US"/>
        </a:p>
      </dgm:t>
    </dgm:pt>
    <dgm:pt modelId="{277621AB-35CE-4B77-85DE-3D22FB448B6C}">
      <dgm:prSet/>
      <dgm:spPr/>
      <dgm:t>
        <a:bodyPr/>
        <a:lstStyle/>
        <a:p>
          <a:r>
            <a:rPr lang="en-US" b="1" i="0" baseline="0"/>
            <a:t>Random Forest Regressor:</a:t>
          </a:r>
          <a:r>
            <a:rPr lang="en-US" b="0" i="0" baseline="0"/>
            <a:t> Ensemble method for better accuracy</a:t>
          </a:r>
          <a:endParaRPr lang="en-US"/>
        </a:p>
      </dgm:t>
    </dgm:pt>
    <dgm:pt modelId="{EEF0171F-B959-4687-A9DA-99B4B271CA34}" type="parTrans" cxnId="{37BB07C9-4CA1-40AC-87FA-DE3F9F6EEF77}">
      <dgm:prSet/>
      <dgm:spPr/>
      <dgm:t>
        <a:bodyPr/>
        <a:lstStyle/>
        <a:p>
          <a:endParaRPr lang="en-US"/>
        </a:p>
      </dgm:t>
    </dgm:pt>
    <dgm:pt modelId="{9DB02421-977F-46FA-9D2A-51B838B78CC9}" type="sibTrans" cxnId="{37BB07C9-4CA1-40AC-87FA-DE3F9F6EEF77}">
      <dgm:prSet/>
      <dgm:spPr/>
      <dgm:t>
        <a:bodyPr/>
        <a:lstStyle/>
        <a:p>
          <a:endParaRPr lang="en-US"/>
        </a:p>
      </dgm:t>
    </dgm:pt>
    <dgm:pt modelId="{48F4100D-70B1-4100-9C13-557F086A8FC4}" type="pres">
      <dgm:prSet presAssocID="{9504C706-973E-4C2D-9636-7D57E564715E}" presName="root" presStyleCnt="0">
        <dgm:presLayoutVars>
          <dgm:dir/>
          <dgm:resizeHandles val="exact"/>
        </dgm:presLayoutVars>
      </dgm:prSet>
      <dgm:spPr/>
    </dgm:pt>
    <dgm:pt modelId="{BF1BBF31-30CD-4C52-8E27-9804169D39A3}" type="pres">
      <dgm:prSet presAssocID="{68B59403-8D78-4C12-8831-DE44F9097F68}" presName="compNode" presStyleCnt="0"/>
      <dgm:spPr/>
    </dgm:pt>
    <dgm:pt modelId="{94BB6572-3604-4C49-B7E5-077430ED25D0}" type="pres">
      <dgm:prSet presAssocID="{68B59403-8D78-4C12-8831-DE44F9097F68}" presName="bgRect" presStyleLbl="bgShp" presStyleIdx="0" presStyleCnt="3"/>
      <dgm:spPr/>
    </dgm:pt>
    <dgm:pt modelId="{B1F70D67-E300-4F63-BDF8-7D29EE3898A3}" type="pres">
      <dgm:prSet presAssocID="{68B59403-8D78-4C12-8831-DE44F9097F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8AB1A0C-C853-40DA-BE1F-D952F707C1EC}" type="pres">
      <dgm:prSet presAssocID="{68B59403-8D78-4C12-8831-DE44F9097F68}" presName="spaceRect" presStyleCnt="0"/>
      <dgm:spPr/>
    </dgm:pt>
    <dgm:pt modelId="{4933786C-B764-416C-9B68-3937CDC26D43}" type="pres">
      <dgm:prSet presAssocID="{68B59403-8D78-4C12-8831-DE44F9097F68}" presName="parTx" presStyleLbl="revTx" presStyleIdx="0" presStyleCnt="3">
        <dgm:presLayoutVars>
          <dgm:chMax val="0"/>
          <dgm:chPref val="0"/>
        </dgm:presLayoutVars>
      </dgm:prSet>
      <dgm:spPr/>
    </dgm:pt>
    <dgm:pt modelId="{669DA1BD-FAB9-4A10-B6E2-2FC22EC1FC82}" type="pres">
      <dgm:prSet presAssocID="{6E558D97-AC71-4262-9D32-331B81FC4EC0}" presName="sibTrans" presStyleCnt="0"/>
      <dgm:spPr/>
    </dgm:pt>
    <dgm:pt modelId="{16EF4E4A-8BC7-4A3A-ADE7-B14297795522}" type="pres">
      <dgm:prSet presAssocID="{5C95223F-D0E1-4EA1-9AFC-239324EFC54C}" presName="compNode" presStyleCnt="0"/>
      <dgm:spPr/>
    </dgm:pt>
    <dgm:pt modelId="{A6F698BD-4DEE-483B-91B9-2630DA13EA40}" type="pres">
      <dgm:prSet presAssocID="{5C95223F-D0E1-4EA1-9AFC-239324EFC54C}" presName="bgRect" presStyleLbl="bgShp" presStyleIdx="1" presStyleCnt="3"/>
      <dgm:spPr/>
    </dgm:pt>
    <dgm:pt modelId="{E6B07E8A-3E57-4A4E-A7E5-CB808AFECDAF}" type="pres">
      <dgm:prSet presAssocID="{5C95223F-D0E1-4EA1-9AFC-239324EFC54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9F808BC-6A81-426D-8174-E50ABE5ED20C}" type="pres">
      <dgm:prSet presAssocID="{5C95223F-D0E1-4EA1-9AFC-239324EFC54C}" presName="spaceRect" presStyleCnt="0"/>
      <dgm:spPr/>
    </dgm:pt>
    <dgm:pt modelId="{B9CCAD36-A646-422E-992E-76ACA1281327}" type="pres">
      <dgm:prSet presAssocID="{5C95223F-D0E1-4EA1-9AFC-239324EFC54C}" presName="parTx" presStyleLbl="revTx" presStyleIdx="1" presStyleCnt="3">
        <dgm:presLayoutVars>
          <dgm:chMax val="0"/>
          <dgm:chPref val="0"/>
        </dgm:presLayoutVars>
      </dgm:prSet>
      <dgm:spPr/>
    </dgm:pt>
    <dgm:pt modelId="{BF5FA3EE-B6C0-430A-A64D-1CCD7E593CBD}" type="pres">
      <dgm:prSet presAssocID="{52F0054D-72F2-4889-8805-311E3D85B959}" presName="sibTrans" presStyleCnt="0"/>
      <dgm:spPr/>
    </dgm:pt>
    <dgm:pt modelId="{76EFE836-D2BE-4429-872C-749EE71692F1}" type="pres">
      <dgm:prSet presAssocID="{277621AB-35CE-4B77-85DE-3D22FB448B6C}" presName="compNode" presStyleCnt="0"/>
      <dgm:spPr/>
    </dgm:pt>
    <dgm:pt modelId="{942508A6-FD1D-4D61-ACFA-45CA7415F4AF}" type="pres">
      <dgm:prSet presAssocID="{277621AB-35CE-4B77-85DE-3D22FB448B6C}" presName="bgRect" presStyleLbl="bgShp" presStyleIdx="2" presStyleCnt="3"/>
      <dgm:spPr/>
    </dgm:pt>
    <dgm:pt modelId="{931A5CDB-3C70-493D-B313-909FABC56095}" type="pres">
      <dgm:prSet presAssocID="{277621AB-35CE-4B77-85DE-3D22FB448B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18DF9446-E202-4CB9-9F8A-95DF235A2510}" type="pres">
      <dgm:prSet presAssocID="{277621AB-35CE-4B77-85DE-3D22FB448B6C}" presName="spaceRect" presStyleCnt="0"/>
      <dgm:spPr/>
    </dgm:pt>
    <dgm:pt modelId="{08480166-F115-4FFD-8F29-F00B686866A7}" type="pres">
      <dgm:prSet presAssocID="{277621AB-35CE-4B77-85DE-3D22FB448B6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4E28900-FCF2-4AAE-BE03-D3D8963C9941}" srcId="{9504C706-973E-4C2D-9636-7D57E564715E}" destId="{68B59403-8D78-4C12-8831-DE44F9097F68}" srcOrd="0" destOrd="0" parTransId="{65D797B5-3749-49D7-9946-70DE0449019A}" sibTransId="{6E558D97-AC71-4262-9D32-331B81FC4EC0}"/>
    <dgm:cxn modelId="{967A8910-76A9-43EB-9124-70FC9DED1BFD}" type="presOf" srcId="{9504C706-973E-4C2D-9636-7D57E564715E}" destId="{48F4100D-70B1-4100-9C13-557F086A8FC4}" srcOrd="0" destOrd="0" presId="urn:microsoft.com/office/officeart/2018/2/layout/IconVerticalSolidList"/>
    <dgm:cxn modelId="{126CC322-0131-4CB7-AD76-C4DA94A7D747}" srcId="{9504C706-973E-4C2D-9636-7D57E564715E}" destId="{5C95223F-D0E1-4EA1-9AFC-239324EFC54C}" srcOrd="1" destOrd="0" parTransId="{E2EBC112-8667-48A8-88D5-5FD6300F8D67}" sibTransId="{52F0054D-72F2-4889-8805-311E3D85B959}"/>
    <dgm:cxn modelId="{C8090247-AC57-4D0A-A0A2-C85E7BA42202}" type="presOf" srcId="{68B59403-8D78-4C12-8831-DE44F9097F68}" destId="{4933786C-B764-416C-9B68-3937CDC26D43}" srcOrd="0" destOrd="0" presId="urn:microsoft.com/office/officeart/2018/2/layout/IconVerticalSolidList"/>
    <dgm:cxn modelId="{CDAE6C73-2C14-43E7-8AF0-D4FFC23F710F}" type="presOf" srcId="{277621AB-35CE-4B77-85DE-3D22FB448B6C}" destId="{08480166-F115-4FFD-8F29-F00B686866A7}" srcOrd="0" destOrd="0" presId="urn:microsoft.com/office/officeart/2018/2/layout/IconVerticalSolidList"/>
    <dgm:cxn modelId="{37BB07C9-4CA1-40AC-87FA-DE3F9F6EEF77}" srcId="{9504C706-973E-4C2D-9636-7D57E564715E}" destId="{277621AB-35CE-4B77-85DE-3D22FB448B6C}" srcOrd="2" destOrd="0" parTransId="{EEF0171F-B959-4687-A9DA-99B4B271CA34}" sibTransId="{9DB02421-977F-46FA-9D2A-51B838B78CC9}"/>
    <dgm:cxn modelId="{16C7ADE8-F325-4994-9F82-73C7BECD1473}" type="presOf" srcId="{5C95223F-D0E1-4EA1-9AFC-239324EFC54C}" destId="{B9CCAD36-A646-422E-992E-76ACA1281327}" srcOrd="0" destOrd="0" presId="urn:microsoft.com/office/officeart/2018/2/layout/IconVerticalSolidList"/>
    <dgm:cxn modelId="{D1E42456-1971-4137-820B-45E7D8FAD787}" type="presParOf" srcId="{48F4100D-70B1-4100-9C13-557F086A8FC4}" destId="{BF1BBF31-30CD-4C52-8E27-9804169D39A3}" srcOrd="0" destOrd="0" presId="urn:microsoft.com/office/officeart/2018/2/layout/IconVerticalSolidList"/>
    <dgm:cxn modelId="{3C0F46A3-2409-42F6-A636-ED74DCE3D18B}" type="presParOf" srcId="{BF1BBF31-30CD-4C52-8E27-9804169D39A3}" destId="{94BB6572-3604-4C49-B7E5-077430ED25D0}" srcOrd="0" destOrd="0" presId="urn:microsoft.com/office/officeart/2018/2/layout/IconVerticalSolidList"/>
    <dgm:cxn modelId="{6AD462FB-9D07-4C15-997E-F88AF1F10E81}" type="presParOf" srcId="{BF1BBF31-30CD-4C52-8E27-9804169D39A3}" destId="{B1F70D67-E300-4F63-BDF8-7D29EE3898A3}" srcOrd="1" destOrd="0" presId="urn:microsoft.com/office/officeart/2018/2/layout/IconVerticalSolidList"/>
    <dgm:cxn modelId="{034201C4-053C-4253-9531-4C360052B8EF}" type="presParOf" srcId="{BF1BBF31-30CD-4C52-8E27-9804169D39A3}" destId="{08AB1A0C-C853-40DA-BE1F-D952F707C1EC}" srcOrd="2" destOrd="0" presId="urn:microsoft.com/office/officeart/2018/2/layout/IconVerticalSolidList"/>
    <dgm:cxn modelId="{4D8B0288-F021-498B-93C9-29CB3E6331F4}" type="presParOf" srcId="{BF1BBF31-30CD-4C52-8E27-9804169D39A3}" destId="{4933786C-B764-416C-9B68-3937CDC26D43}" srcOrd="3" destOrd="0" presId="urn:microsoft.com/office/officeart/2018/2/layout/IconVerticalSolidList"/>
    <dgm:cxn modelId="{225EEAD8-D3DA-45BB-BD5D-F3BF7173C991}" type="presParOf" srcId="{48F4100D-70B1-4100-9C13-557F086A8FC4}" destId="{669DA1BD-FAB9-4A10-B6E2-2FC22EC1FC82}" srcOrd="1" destOrd="0" presId="urn:microsoft.com/office/officeart/2018/2/layout/IconVerticalSolidList"/>
    <dgm:cxn modelId="{5DAB107F-0E5A-48C3-9970-C97F8FF06B24}" type="presParOf" srcId="{48F4100D-70B1-4100-9C13-557F086A8FC4}" destId="{16EF4E4A-8BC7-4A3A-ADE7-B14297795522}" srcOrd="2" destOrd="0" presId="urn:microsoft.com/office/officeart/2018/2/layout/IconVerticalSolidList"/>
    <dgm:cxn modelId="{C97785AC-3E4B-4A19-80A7-8CB811952587}" type="presParOf" srcId="{16EF4E4A-8BC7-4A3A-ADE7-B14297795522}" destId="{A6F698BD-4DEE-483B-91B9-2630DA13EA40}" srcOrd="0" destOrd="0" presId="urn:microsoft.com/office/officeart/2018/2/layout/IconVerticalSolidList"/>
    <dgm:cxn modelId="{1249C12B-3306-402D-919A-04C56AD44CD8}" type="presParOf" srcId="{16EF4E4A-8BC7-4A3A-ADE7-B14297795522}" destId="{E6B07E8A-3E57-4A4E-A7E5-CB808AFECDAF}" srcOrd="1" destOrd="0" presId="urn:microsoft.com/office/officeart/2018/2/layout/IconVerticalSolidList"/>
    <dgm:cxn modelId="{391E2B4F-1E00-4F32-847E-51BFECB171D2}" type="presParOf" srcId="{16EF4E4A-8BC7-4A3A-ADE7-B14297795522}" destId="{F9F808BC-6A81-426D-8174-E50ABE5ED20C}" srcOrd="2" destOrd="0" presId="urn:microsoft.com/office/officeart/2018/2/layout/IconVerticalSolidList"/>
    <dgm:cxn modelId="{86F989D6-85DE-48A9-975C-63D46E80D8A4}" type="presParOf" srcId="{16EF4E4A-8BC7-4A3A-ADE7-B14297795522}" destId="{B9CCAD36-A646-422E-992E-76ACA1281327}" srcOrd="3" destOrd="0" presId="urn:microsoft.com/office/officeart/2018/2/layout/IconVerticalSolidList"/>
    <dgm:cxn modelId="{A68AD4B6-5566-4C48-973F-3E36AEAF4329}" type="presParOf" srcId="{48F4100D-70B1-4100-9C13-557F086A8FC4}" destId="{BF5FA3EE-B6C0-430A-A64D-1CCD7E593CBD}" srcOrd="3" destOrd="0" presId="urn:microsoft.com/office/officeart/2018/2/layout/IconVerticalSolidList"/>
    <dgm:cxn modelId="{595110E3-3E26-49D2-8025-5015B0DE11D7}" type="presParOf" srcId="{48F4100D-70B1-4100-9C13-557F086A8FC4}" destId="{76EFE836-D2BE-4429-872C-749EE71692F1}" srcOrd="4" destOrd="0" presId="urn:microsoft.com/office/officeart/2018/2/layout/IconVerticalSolidList"/>
    <dgm:cxn modelId="{6680FF5B-566A-4EFD-950B-63414E49BA30}" type="presParOf" srcId="{76EFE836-D2BE-4429-872C-749EE71692F1}" destId="{942508A6-FD1D-4D61-ACFA-45CA7415F4AF}" srcOrd="0" destOrd="0" presId="urn:microsoft.com/office/officeart/2018/2/layout/IconVerticalSolidList"/>
    <dgm:cxn modelId="{6F49F79C-D4E3-4A00-8C54-4963683CA497}" type="presParOf" srcId="{76EFE836-D2BE-4429-872C-749EE71692F1}" destId="{931A5CDB-3C70-493D-B313-909FABC56095}" srcOrd="1" destOrd="0" presId="urn:microsoft.com/office/officeart/2018/2/layout/IconVerticalSolidList"/>
    <dgm:cxn modelId="{32014374-4FF1-44E6-A3CB-8FB3BB6D43F7}" type="presParOf" srcId="{76EFE836-D2BE-4429-872C-749EE71692F1}" destId="{18DF9446-E202-4CB9-9F8A-95DF235A2510}" srcOrd="2" destOrd="0" presId="urn:microsoft.com/office/officeart/2018/2/layout/IconVerticalSolidList"/>
    <dgm:cxn modelId="{58755FC2-3FB5-4B63-86D4-BD1CD9008560}" type="presParOf" srcId="{76EFE836-D2BE-4429-872C-749EE71692F1}" destId="{08480166-F115-4FFD-8F29-F00B686866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AB4513-0BFC-43B7-9F04-39DB6F715E2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F2E4668-CB0B-434D-AFA9-9CCE002F2274}">
      <dgm:prSet/>
      <dgm:spPr/>
      <dgm:t>
        <a:bodyPr/>
        <a:lstStyle/>
        <a:p>
          <a:r>
            <a:rPr lang="en-US" b="0" i="0" baseline="0"/>
            <a:t>Split dataset into training and testing sets (80% train, 20% test)</a:t>
          </a:r>
          <a:endParaRPr lang="en-US"/>
        </a:p>
      </dgm:t>
    </dgm:pt>
    <dgm:pt modelId="{C74C5D7D-CED7-4991-8EF8-A5B705F90BC2}" type="parTrans" cxnId="{D6FA5714-6139-4F27-A72B-02A23C99C8A3}">
      <dgm:prSet/>
      <dgm:spPr/>
      <dgm:t>
        <a:bodyPr/>
        <a:lstStyle/>
        <a:p>
          <a:endParaRPr lang="en-US"/>
        </a:p>
      </dgm:t>
    </dgm:pt>
    <dgm:pt modelId="{BE3E9D67-EF7E-4D80-8854-02A091669B9C}" type="sibTrans" cxnId="{D6FA5714-6139-4F27-A72B-02A23C99C8A3}">
      <dgm:prSet/>
      <dgm:spPr/>
      <dgm:t>
        <a:bodyPr/>
        <a:lstStyle/>
        <a:p>
          <a:endParaRPr lang="en-US"/>
        </a:p>
      </dgm:t>
    </dgm:pt>
    <dgm:pt modelId="{0D277546-48FC-468D-91D6-1F3B4BCBA6B5}">
      <dgm:prSet/>
      <dgm:spPr/>
      <dgm:t>
        <a:bodyPr/>
        <a:lstStyle/>
        <a:p>
          <a:r>
            <a:rPr lang="en-US" b="0" i="0" baseline="0"/>
            <a:t>Fit each model on training data (model.fit(X_train, y_train))</a:t>
          </a:r>
          <a:endParaRPr lang="en-US"/>
        </a:p>
      </dgm:t>
    </dgm:pt>
    <dgm:pt modelId="{44A5BFBF-6DD9-4F5B-967A-4CDC05B8B2DA}" type="parTrans" cxnId="{5FFAB05D-6649-4A99-8012-EFED1B1AFD07}">
      <dgm:prSet/>
      <dgm:spPr/>
      <dgm:t>
        <a:bodyPr/>
        <a:lstStyle/>
        <a:p>
          <a:endParaRPr lang="en-US"/>
        </a:p>
      </dgm:t>
    </dgm:pt>
    <dgm:pt modelId="{4B828AE4-0301-46A6-9A5E-52E67557B5D4}" type="sibTrans" cxnId="{5FFAB05D-6649-4A99-8012-EFED1B1AFD07}">
      <dgm:prSet/>
      <dgm:spPr/>
      <dgm:t>
        <a:bodyPr/>
        <a:lstStyle/>
        <a:p>
          <a:endParaRPr lang="en-US"/>
        </a:p>
      </dgm:t>
    </dgm:pt>
    <dgm:pt modelId="{D843C556-CEFE-4370-BF5E-B94E131E7975}">
      <dgm:prSet/>
      <dgm:spPr/>
      <dgm:t>
        <a:bodyPr/>
        <a:lstStyle/>
        <a:p>
          <a:r>
            <a:rPr lang="en-US" b="0" i="0" baseline="0"/>
            <a:t>Predict car prices on test data</a:t>
          </a:r>
          <a:endParaRPr lang="en-US"/>
        </a:p>
      </dgm:t>
    </dgm:pt>
    <dgm:pt modelId="{B9B793C7-57C8-437C-8C0E-C614007F2044}" type="parTrans" cxnId="{AA26DAE7-4594-49C3-BEA7-23C47979FE2E}">
      <dgm:prSet/>
      <dgm:spPr/>
      <dgm:t>
        <a:bodyPr/>
        <a:lstStyle/>
        <a:p>
          <a:endParaRPr lang="en-US"/>
        </a:p>
      </dgm:t>
    </dgm:pt>
    <dgm:pt modelId="{8C86037D-0D8C-4A24-9B35-4A1C043678A9}" type="sibTrans" cxnId="{AA26DAE7-4594-49C3-BEA7-23C47979FE2E}">
      <dgm:prSet/>
      <dgm:spPr/>
      <dgm:t>
        <a:bodyPr/>
        <a:lstStyle/>
        <a:p>
          <a:endParaRPr lang="en-US"/>
        </a:p>
      </dgm:t>
    </dgm:pt>
    <dgm:pt modelId="{58C20A37-9B2E-46F2-88A5-3251A0CB7EFA}" type="pres">
      <dgm:prSet presAssocID="{67AB4513-0BFC-43B7-9F04-39DB6F715E22}" presName="root" presStyleCnt="0">
        <dgm:presLayoutVars>
          <dgm:dir/>
          <dgm:resizeHandles val="exact"/>
        </dgm:presLayoutVars>
      </dgm:prSet>
      <dgm:spPr/>
    </dgm:pt>
    <dgm:pt modelId="{ED7AAA31-0620-490C-9622-A172837AC260}" type="pres">
      <dgm:prSet presAssocID="{7F2E4668-CB0B-434D-AFA9-9CCE002F2274}" presName="compNode" presStyleCnt="0"/>
      <dgm:spPr/>
    </dgm:pt>
    <dgm:pt modelId="{C3C69175-6B9D-47BC-B54A-532B91141877}" type="pres">
      <dgm:prSet presAssocID="{7F2E4668-CB0B-434D-AFA9-9CCE002F2274}" presName="bgRect" presStyleLbl="bgShp" presStyleIdx="0" presStyleCnt="3"/>
      <dgm:spPr/>
    </dgm:pt>
    <dgm:pt modelId="{557843BC-1CA8-485A-AEE0-4D2D8A3E4B5D}" type="pres">
      <dgm:prSet presAssocID="{7F2E4668-CB0B-434D-AFA9-9CCE002F22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FBBAC76-D8AA-42C3-98A8-D5C4B37C5F0E}" type="pres">
      <dgm:prSet presAssocID="{7F2E4668-CB0B-434D-AFA9-9CCE002F2274}" presName="spaceRect" presStyleCnt="0"/>
      <dgm:spPr/>
    </dgm:pt>
    <dgm:pt modelId="{E7B97937-EE82-4EE6-BE58-3A339FBD642E}" type="pres">
      <dgm:prSet presAssocID="{7F2E4668-CB0B-434D-AFA9-9CCE002F2274}" presName="parTx" presStyleLbl="revTx" presStyleIdx="0" presStyleCnt="3">
        <dgm:presLayoutVars>
          <dgm:chMax val="0"/>
          <dgm:chPref val="0"/>
        </dgm:presLayoutVars>
      </dgm:prSet>
      <dgm:spPr/>
    </dgm:pt>
    <dgm:pt modelId="{CF9B957D-326F-464C-BC6C-B146D43FD504}" type="pres">
      <dgm:prSet presAssocID="{BE3E9D67-EF7E-4D80-8854-02A091669B9C}" presName="sibTrans" presStyleCnt="0"/>
      <dgm:spPr/>
    </dgm:pt>
    <dgm:pt modelId="{52572E54-6005-4CFD-87C9-B25D9F180204}" type="pres">
      <dgm:prSet presAssocID="{0D277546-48FC-468D-91D6-1F3B4BCBA6B5}" presName="compNode" presStyleCnt="0"/>
      <dgm:spPr/>
    </dgm:pt>
    <dgm:pt modelId="{C868F254-BE94-49FB-AA4D-30EE9458AFB1}" type="pres">
      <dgm:prSet presAssocID="{0D277546-48FC-468D-91D6-1F3B4BCBA6B5}" presName="bgRect" presStyleLbl="bgShp" presStyleIdx="1" presStyleCnt="3"/>
      <dgm:spPr/>
    </dgm:pt>
    <dgm:pt modelId="{A9D63A49-3E8C-4016-B15B-D9895B153693}" type="pres">
      <dgm:prSet presAssocID="{0D277546-48FC-468D-91D6-1F3B4BCBA6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AA86190F-357F-482F-AE10-9714A6CF76E2}" type="pres">
      <dgm:prSet presAssocID="{0D277546-48FC-468D-91D6-1F3B4BCBA6B5}" presName="spaceRect" presStyleCnt="0"/>
      <dgm:spPr/>
    </dgm:pt>
    <dgm:pt modelId="{4C7BE10F-CFAF-400F-B001-6696FBFB7347}" type="pres">
      <dgm:prSet presAssocID="{0D277546-48FC-468D-91D6-1F3B4BCBA6B5}" presName="parTx" presStyleLbl="revTx" presStyleIdx="1" presStyleCnt="3">
        <dgm:presLayoutVars>
          <dgm:chMax val="0"/>
          <dgm:chPref val="0"/>
        </dgm:presLayoutVars>
      </dgm:prSet>
      <dgm:spPr/>
    </dgm:pt>
    <dgm:pt modelId="{06F64E6A-CD4D-4EEA-B8D1-FEE16349C8F4}" type="pres">
      <dgm:prSet presAssocID="{4B828AE4-0301-46A6-9A5E-52E67557B5D4}" presName="sibTrans" presStyleCnt="0"/>
      <dgm:spPr/>
    </dgm:pt>
    <dgm:pt modelId="{7ED1005C-6A18-4CD2-BE2D-2E64C9F84C7D}" type="pres">
      <dgm:prSet presAssocID="{D843C556-CEFE-4370-BF5E-B94E131E7975}" presName="compNode" presStyleCnt="0"/>
      <dgm:spPr/>
    </dgm:pt>
    <dgm:pt modelId="{5C236A4B-0BF8-4A80-A15F-8EBDE92E5DCE}" type="pres">
      <dgm:prSet presAssocID="{D843C556-CEFE-4370-BF5E-B94E131E7975}" presName="bgRect" presStyleLbl="bgShp" presStyleIdx="2" presStyleCnt="3"/>
      <dgm:spPr/>
    </dgm:pt>
    <dgm:pt modelId="{C459E8DB-88CB-453D-9257-2340AABB739E}" type="pres">
      <dgm:prSet presAssocID="{D843C556-CEFE-4370-BF5E-B94E131E79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B39F2685-75FA-467B-86F2-A42DD249C63D}" type="pres">
      <dgm:prSet presAssocID="{D843C556-CEFE-4370-BF5E-B94E131E7975}" presName="spaceRect" presStyleCnt="0"/>
      <dgm:spPr/>
    </dgm:pt>
    <dgm:pt modelId="{8CC2845B-E36B-439E-92DD-7829F06DF315}" type="pres">
      <dgm:prSet presAssocID="{D843C556-CEFE-4370-BF5E-B94E131E797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6FA5714-6139-4F27-A72B-02A23C99C8A3}" srcId="{67AB4513-0BFC-43B7-9F04-39DB6F715E22}" destId="{7F2E4668-CB0B-434D-AFA9-9CCE002F2274}" srcOrd="0" destOrd="0" parTransId="{C74C5D7D-CED7-4991-8EF8-A5B705F90BC2}" sibTransId="{BE3E9D67-EF7E-4D80-8854-02A091669B9C}"/>
    <dgm:cxn modelId="{F0567219-2F3A-41A8-8BBC-0CFDB8550415}" type="presOf" srcId="{67AB4513-0BFC-43B7-9F04-39DB6F715E22}" destId="{58C20A37-9B2E-46F2-88A5-3251A0CB7EFA}" srcOrd="0" destOrd="0" presId="urn:microsoft.com/office/officeart/2018/2/layout/IconVerticalSolidList"/>
    <dgm:cxn modelId="{C7009126-6BB7-4D5C-A3E8-3F4E4680E57C}" type="presOf" srcId="{7F2E4668-CB0B-434D-AFA9-9CCE002F2274}" destId="{E7B97937-EE82-4EE6-BE58-3A339FBD642E}" srcOrd="0" destOrd="0" presId="urn:microsoft.com/office/officeart/2018/2/layout/IconVerticalSolidList"/>
    <dgm:cxn modelId="{5FFAB05D-6649-4A99-8012-EFED1B1AFD07}" srcId="{67AB4513-0BFC-43B7-9F04-39DB6F715E22}" destId="{0D277546-48FC-468D-91D6-1F3B4BCBA6B5}" srcOrd="1" destOrd="0" parTransId="{44A5BFBF-6DD9-4F5B-967A-4CDC05B8B2DA}" sibTransId="{4B828AE4-0301-46A6-9A5E-52E67557B5D4}"/>
    <dgm:cxn modelId="{85C10250-27D3-44AF-A50B-EC08117449B9}" type="presOf" srcId="{0D277546-48FC-468D-91D6-1F3B4BCBA6B5}" destId="{4C7BE10F-CFAF-400F-B001-6696FBFB7347}" srcOrd="0" destOrd="0" presId="urn:microsoft.com/office/officeart/2018/2/layout/IconVerticalSolidList"/>
    <dgm:cxn modelId="{4453F09A-578C-497F-9B0E-E07541E45C94}" type="presOf" srcId="{D843C556-CEFE-4370-BF5E-B94E131E7975}" destId="{8CC2845B-E36B-439E-92DD-7829F06DF315}" srcOrd="0" destOrd="0" presId="urn:microsoft.com/office/officeart/2018/2/layout/IconVerticalSolidList"/>
    <dgm:cxn modelId="{AA26DAE7-4594-49C3-BEA7-23C47979FE2E}" srcId="{67AB4513-0BFC-43B7-9F04-39DB6F715E22}" destId="{D843C556-CEFE-4370-BF5E-B94E131E7975}" srcOrd="2" destOrd="0" parTransId="{B9B793C7-57C8-437C-8C0E-C614007F2044}" sibTransId="{8C86037D-0D8C-4A24-9B35-4A1C043678A9}"/>
    <dgm:cxn modelId="{444F4518-0CC2-43D4-9DA4-92DB3963C3CE}" type="presParOf" srcId="{58C20A37-9B2E-46F2-88A5-3251A0CB7EFA}" destId="{ED7AAA31-0620-490C-9622-A172837AC260}" srcOrd="0" destOrd="0" presId="urn:microsoft.com/office/officeart/2018/2/layout/IconVerticalSolidList"/>
    <dgm:cxn modelId="{9D513F98-603B-4AF3-8E6D-286BC58CF4E4}" type="presParOf" srcId="{ED7AAA31-0620-490C-9622-A172837AC260}" destId="{C3C69175-6B9D-47BC-B54A-532B91141877}" srcOrd="0" destOrd="0" presId="urn:microsoft.com/office/officeart/2018/2/layout/IconVerticalSolidList"/>
    <dgm:cxn modelId="{529CA0A2-868D-4DE7-BE49-3D01AD47DC8A}" type="presParOf" srcId="{ED7AAA31-0620-490C-9622-A172837AC260}" destId="{557843BC-1CA8-485A-AEE0-4D2D8A3E4B5D}" srcOrd="1" destOrd="0" presId="urn:microsoft.com/office/officeart/2018/2/layout/IconVerticalSolidList"/>
    <dgm:cxn modelId="{091637C1-DF85-4D39-ABF3-77EE2E7FCC02}" type="presParOf" srcId="{ED7AAA31-0620-490C-9622-A172837AC260}" destId="{3FBBAC76-D8AA-42C3-98A8-D5C4B37C5F0E}" srcOrd="2" destOrd="0" presId="urn:microsoft.com/office/officeart/2018/2/layout/IconVerticalSolidList"/>
    <dgm:cxn modelId="{AB3E3267-E46A-47D1-A26E-067802AC8383}" type="presParOf" srcId="{ED7AAA31-0620-490C-9622-A172837AC260}" destId="{E7B97937-EE82-4EE6-BE58-3A339FBD642E}" srcOrd="3" destOrd="0" presId="urn:microsoft.com/office/officeart/2018/2/layout/IconVerticalSolidList"/>
    <dgm:cxn modelId="{6B46BEA0-9781-4988-8DEE-8AB65932A498}" type="presParOf" srcId="{58C20A37-9B2E-46F2-88A5-3251A0CB7EFA}" destId="{CF9B957D-326F-464C-BC6C-B146D43FD504}" srcOrd="1" destOrd="0" presId="urn:microsoft.com/office/officeart/2018/2/layout/IconVerticalSolidList"/>
    <dgm:cxn modelId="{A0F1D79C-CB3B-4E2E-B3E7-4C92C85EF8C6}" type="presParOf" srcId="{58C20A37-9B2E-46F2-88A5-3251A0CB7EFA}" destId="{52572E54-6005-4CFD-87C9-B25D9F180204}" srcOrd="2" destOrd="0" presId="urn:microsoft.com/office/officeart/2018/2/layout/IconVerticalSolidList"/>
    <dgm:cxn modelId="{A85EF324-72CC-4337-8631-0C0423BFC99F}" type="presParOf" srcId="{52572E54-6005-4CFD-87C9-B25D9F180204}" destId="{C868F254-BE94-49FB-AA4D-30EE9458AFB1}" srcOrd="0" destOrd="0" presId="urn:microsoft.com/office/officeart/2018/2/layout/IconVerticalSolidList"/>
    <dgm:cxn modelId="{0DA8C175-606C-4549-9CD9-2D125DF607EF}" type="presParOf" srcId="{52572E54-6005-4CFD-87C9-B25D9F180204}" destId="{A9D63A49-3E8C-4016-B15B-D9895B153693}" srcOrd="1" destOrd="0" presId="urn:microsoft.com/office/officeart/2018/2/layout/IconVerticalSolidList"/>
    <dgm:cxn modelId="{4BF09693-A453-49D3-81F4-A5B3696B43F0}" type="presParOf" srcId="{52572E54-6005-4CFD-87C9-B25D9F180204}" destId="{AA86190F-357F-482F-AE10-9714A6CF76E2}" srcOrd="2" destOrd="0" presId="urn:microsoft.com/office/officeart/2018/2/layout/IconVerticalSolidList"/>
    <dgm:cxn modelId="{2175D0D4-B805-4E9D-A679-E66D180474A1}" type="presParOf" srcId="{52572E54-6005-4CFD-87C9-B25D9F180204}" destId="{4C7BE10F-CFAF-400F-B001-6696FBFB7347}" srcOrd="3" destOrd="0" presId="urn:microsoft.com/office/officeart/2018/2/layout/IconVerticalSolidList"/>
    <dgm:cxn modelId="{8D797E9E-D44B-4E4E-825F-B027FC6A4926}" type="presParOf" srcId="{58C20A37-9B2E-46F2-88A5-3251A0CB7EFA}" destId="{06F64E6A-CD4D-4EEA-B8D1-FEE16349C8F4}" srcOrd="3" destOrd="0" presId="urn:microsoft.com/office/officeart/2018/2/layout/IconVerticalSolidList"/>
    <dgm:cxn modelId="{EDA11030-F1FA-405E-908A-2B06F566B7F5}" type="presParOf" srcId="{58C20A37-9B2E-46F2-88A5-3251A0CB7EFA}" destId="{7ED1005C-6A18-4CD2-BE2D-2E64C9F84C7D}" srcOrd="4" destOrd="0" presId="urn:microsoft.com/office/officeart/2018/2/layout/IconVerticalSolidList"/>
    <dgm:cxn modelId="{6C6859E9-4E9D-4EF0-8D5D-ABF061FB34BF}" type="presParOf" srcId="{7ED1005C-6A18-4CD2-BE2D-2E64C9F84C7D}" destId="{5C236A4B-0BF8-4A80-A15F-8EBDE92E5DCE}" srcOrd="0" destOrd="0" presId="urn:microsoft.com/office/officeart/2018/2/layout/IconVerticalSolidList"/>
    <dgm:cxn modelId="{590134DC-51AB-499A-BA9E-E393C8F6C067}" type="presParOf" srcId="{7ED1005C-6A18-4CD2-BE2D-2E64C9F84C7D}" destId="{C459E8DB-88CB-453D-9257-2340AABB739E}" srcOrd="1" destOrd="0" presId="urn:microsoft.com/office/officeart/2018/2/layout/IconVerticalSolidList"/>
    <dgm:cxn modelId="{05FE43CE-D795-4FC4-A1C1-6016AC771C02}" type="presParOf" srcId="{7ED1005C-6A18-4CD2-BE2D-2E64C9F84C7D}" destId="{B39F2685-75FA-467B-86F2-A42DD249C63D}" srcOrd="2" destOrd="0" presId="urn:microsoft.com/office/officeart/2018/2/layout/IconVerticalSolidList"/>
    <dgm:cxn modelId="{88AE18ED-58DD-4860-AEDB-63205C8E9731}" type="presParOf" srcId="{7ED1005C-6A18-4CD2-BE2D-2E64C9F84C7D}" destId="{8CC2845B-E36B-439E-92DD-7829F06DF3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BCC840-494B-4B6C-A378-1E26FED75CD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BE53A7F-CF9C-46E5-AE46-40E6A50B2B12}">
      <dgm:prSet/>
      <dgm:spPr/>
      <dgm:t>
        <a:bodyPr/>
        <a:lstStyle/>
        <a:p>
          <a:r>
            <a:rPr lang="en-US" b="0" i="0" baseline="0"/>
            <a:t>MSE measures average squared difference between predicted and actual prices</a:t>
          </a:r>
          <a:endParaRPr lang="en-US"/>
        </a:p>
      </dgm:t>
    </dgm:pt>
    <dgm:pt modelId="{5ABDCA5F-8194-44B0-8D0F-32905DF167AD}" type="parTrans" cxnId="{64D4B406-0FFC-473F-8C77-D1D47A21FE8F}">
      <dgm:prSet/>
      <dgm:spPr/>
      <dgm:t>
        <a:bodyPr/>
        <a:lstStyle/>
        <a:p>
          <a:endParaRPr lang="en-US"/>
        </a:p>
      </dgm:t>
    </dgm:pt>
    <dgm:pt modelId="{2EC4EF55-A10B-48C2-97FA-5682309D1607}" type="sibTrans" cxnId="{64D4B406-0FFC-473F-8C77-D1D47A21FE8F}">
      <dgm:prSet/>
      <dgm:spPr/>
      <dgm:t>
        <a:bodyPr/>
        <a:lstStyle/>
        <a:p>
          <a:endParaRPr lang="en-US"/>
        </a:p>
      </dgm:t>
    </dgm:pt>
    <dgm:pt modelId="{EB97C3C5-58AA-4064-AA02-A0B7E8E23DEA}">
      <dgm:prSet/>
      <dgm:spPr/>
      <dgm:t>
        <a:bodyPr/>
        <a:lstStyle/>
        <a:p>
          <a:r>
            <a:rPr lang="en-US" b="0" i="0" baseline="0"/>
            <a:t>Lower MSE → better model performance</a:t>
          </a:r>
          <a:endParaRPr lang="en-US"/>
        </a:p>
      </dgm:t>
    </dgm:pt>
    <dgm:pt modelId="{5BC9372C-44CF-4092-A48B-C698D54BC759}" type="parTrans" cxnId="{3D7564B9-8E36-41FF-B25C-C8E32BB46BB9}">
      <dgm:prSet/>
      <dgm:spPr/>
      <dgm:t>
        <a:bodyPr/>
        <a:lstStyle/>
        <a:p>
          <a:endParaRPr lang="en-US"/>
        </a:p>
      </dgm:t>
    </dgm:pt>
    <dgm:pt modelId="{05AB492F-6B36-40BD-9161-F4F0F1E1A76A}" type="sibTrans" cxnId="{3D7564B9-8E36-41FF-B25C-C8E32BB46BB9}">
      <dgm:prSet/>
      <dgm:spPr/>
      <dgm:t>
        <a:bodyPr/>
        <a:lstStyle/>
        <a:p>
          <a:endParaRPr lang="en-US"/>
        </a:p>
      </dgm:t>
    </dgm:pt>
    <dgm:pt modelId="{154F9D10-5E70-43B5-90FB-05514FD40F4F}">
      <dgm:prSet/>
      <dgm:spPr/>
      <dgm:t>
        <a:bodyPr/>
        <a:lstStyle/>
        <a:p>
          <a:r>
            <a:rPr lang="en-US" b="0" i="0" baseline="0"/>
            <a:t>Used sklearn.metrics.mean_squared_error for evaluation</a:t>
          </a:r>
          <a:endParaRPr lang="en-US"/>
        </a:p>
      </dgm:t>
    </dgm:pt>
    <dgm:pt modelId="{4AB97FD2-FCC3-4729-94C0-ADDF3D29178F}" type="parTrans" cxnId="{905FFA62-2EEB-42DD-919D-5DA59ED74BE6}">
      <dgm:prSet/>
      <dgm:spPr/>
      <dgm:t>
        <a:bodyPr/>
        <a:lstStyle/>
        <a:p>
          <a:endParaRPr lang="en-US"/>
        </a:p>
      </dgm:t>
    </dgm:pt>
    <dgm:pt modelId="{BD9A8B98-25DD-4DBA-A17D-7B94FF84A38D}" type="sibTrans" cxnId="{905FFA62-2EEB-42DD-919D-5DA59ED74BE6}">
      <dgm:prSet/>
      <dgm:spPr/>
      <dgm:t>
        <a:bodyPr/>
        <a:lstStyle/>
        <a:p>
          <a:endParaRPr lang="en-US"/>
        </a:p>
      </dgm:t>
    </dgm:pt>
    <dgm:pt modelId="{3B03C089-BF90-49AE-BB0A-257B5629DC3C}" type="pres">
      <dgm:prSet presAssocID="{9DBCC840-494B-4B6C-A378-1E26FED75CD0}" presName="root" presStyleCnt="0">
        <dgm:presLayoutVars>
          <dgm:dir/>
          <dgm:resizeHandles val="exact"/>
        </dgm:presLayoutVars>
      </dgm:prSet>
      <dgm:spPr/>
    </dgm:pt>
    <dgm:pt modelId="{C72D2CEA-F91C-4566-97BE-2293A309687D}" type="pres">
      <dgm:prSet presAssocID="{6BE53A7F-CF9C-46E5-AE46-40E6A50B2B12}" presName="compNode" presStyleCnt="0"/>
      <dgm:spPr/>
    </dgm:pt>
    <dgm:pt modelId="{10890ADF-9B54-4B83-A957-74E9578AA37F}" type="pres">
      <dgm:prSet presAssocID="{6BE53A7F-CF9C-46E5-AE46-40E6A50B2B12}" presName="bgRect" presStyleLbl="bgShp" presStyleIdx="0" presStyleCnt="3"/>
      <dgm:spPr/>
    </dgm:pt>
    <dgm:pt modelId="{389F4424-B9AC-4AE6-8327-1675FDD8BE6C}" type="pres">
      <dgm:prSet presAssocID="{6BE53A7F-CF9C-46E5-AE46-40E6A50B2B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035DD885-541A-4021-8AA4-7CE45D2C7718}" type="pres">
      <dgm:prSet presAssocID="{6BE53A7F-CF9C-46E5-AE46-40E6A50B2B12}" presName="spaceRect" presStyleCnt="0"/>
      <dgm:spPr/>
    </dgm:pt>
    <dgm:pt modelId="{8389CBF5-4281-493E-825D-30C2BD88C8D5}" type="pres">
      <dgm:prSet presAssocID="{6BE53A7F-CF9C-46E5-AE46-40E6A50B2B12}" presName="parTx" presStyleLbl="revTx" presStyleIdx="0" presStyleCnt="3">
        <dgm:presLayoutVars>
          <dgm:chMax val="0"/>
          <dgm:chPref val="0"/>
        </dgm:presLayoutVars>
      </dgm:prSet>
      <dgm:spPr/>
    </dgm:pt>
    <dgm:pt modelId="{5F125CE2-E5CF-407E-9CB3-4529B9182585}" type="pres">
      <dgm:prSet presAssocID="{2EC4EF55-A10B-48C2-97FA-5682309D1607}" presName="sibTrans" presStyleCnt="0"/>
      <dgm:spPr/>
    </dgm:pt>
    <dgm:pt modelId="{2805B5DF-1601-4C89-A919-DC357484EAE7}" type="pres">
      <dgm:prSet presAssocID="{EB97C3C5-58AA-4064-AA02-A0B7E8E23DEA}" presName="compNode" presStyleCnt="0"/>
      <dgm:spPr/>
    </dgm:pt>
    <dgm:pt modelId="{FCA2406E-FF11-4B1B-91C3-8BEF50B4E70F}" type="pres">
      <dgm:prSet presAssocID="{EB97C3C5-58AA-4064-AA02-A0B7E8E23DEA}" presName="bgRect" presStyleLbl="bgShp" presStyleIdx="1" presStyleCnt="3"/>
      <dgm:spPr/>
    </dgm:pt>
    <dgm:pt modelId="{0DAE070F-C10D-400D-BE3C-C37AAC52AD28}" type="pres">
      <dgm:prSet presAssocID="{EB97C3C5-58AA-4064-AA02-A0B7E8E23D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3D4D82E-60D8-4D45-A85A-331D0A422E69}" type="pres">
      <dgm:prSet presAssocID="{EB97C3C5-58AA-4064-AA02-A0B7E8E23DEA}" presName="spaceRect" presStyleCnt="0"/>
      <dgm:spPr/>
    </dgm:pt>
    <dgm:pt modelId="{BD54D748-855C-4E62-B921-103086F5890C}" type="pres">
      <dgm:prSet presAssocID="{EB97C3C5-58AA-4064-AA02-A0B7E8E23DEA}" presName="parTx" presStyleLbl="revTx" presStyleIdx="1" presStyleCnt="3">
        <dgm:presLayoutVars>
          <dgm:chMax val="0"/>
          <dgm:chPref val="0"/>
        </dgm:presLayoutVars>
      </dgm:prSet>
      <dgm:spPr/>
    </dgm:pt>
    <dgm:pt modelId="{6E11D838-5748-4B1F-BB9A-8B54917F695A}" type="pres">
      <dgm:prSet presAssocID="{05AB492F-6B36-40BD-9161-F4F0F1E1A76A}" presName="sibTrans" presStyleCnt="0"/>
      <dgm:spPr/>
    </dgm:pt>
    <dgm:pt modelId="{1BA34938-812D-4614-9869-5C940C936BB0}" type="pres">
      <dgm:prSet presAssocID="{154F9D10-5E70-43B5-90FB-05514FD40F4F}" presName="compNode" presStyleCnt="0"/>
      <dgm:spPr/>
    </dgm:pt>
    <dgm:pt modelId="{8A73F981-41DC-4287-A415-42CCC21A74D4}" type="pres">
      <dgm:prSet presAssocID="{154F9D10-5E70-43B5-90FB-05514FD40F4F}" presName="bgRect" presStyleLbl="bgShp" presStyleIdx="2" presStyleCnt="3"/>
      <dgm:spPr/>
    </dgm:pt>
    <dgm:pt modelId="{2D3AFF0A-26EA-41E3-A0A8-22EB1D162F20}" type="pres">
      <dgm:prSet presAssocID="{154F9D10-5E70-43B5-90FB-05514FD40F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23F1086-FC6C-4948-AC7F-A2B6F85BC96F}" type="pres">
      <dgm:prSet presAssocID="{154F9D10-5E70-43B5-90FB-05514FD40F4F}" presName="spaceRect" presStyleCnt="0"/>
      <dgm:spPr/>
    </dgm:pt>
    <dgm:pt modelId="{FC4876E9-60CD-471A-8171-22418E6D40F5}" type="pres">
      <dgm:prSet presAssocID="{154F9D10-5E70-43B5-90FB-05514FD40F4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4D4B406-0FFC-473F-8C77-D1D47A21FE8F}" srcId="{9DBCC840-494B-4B6C-A378-1E26FED75CD0}" destId="{6BE53A7F-CF9C-46E5-AE46-40E6A50B2B12}" srcOrd="0" destOrd="0" parTransId="{5ABDCA5F-8194-44B0-8D0F-32905DF167AD}" sibTransId="{2EC4EF55-A10B-48C2-97FA-5682309D1607}"/>
    <dgm:cxn modelId="{5A1C7E38-FB1C-448A-BC0B-6912FF0C9B6E}" type="presOf" srcId="{EB97C3C5-58AA-4064-AA02-A0B7E8E23DEA}" destId="{BD54D748-855C-4E62-B921-103086F5890C}" srcOrd="0" destOrd="0" presId="urn:microsoft.com/office/officeart/2018/2/layout/IconVerticalSolidList"/>
    <dgm:cxn modelId="{905FFA62-2EEB-42DD-919D-5DA59ED74BE6}" srcId="{9DBCC840-494B-4B6C-A378-1E26FED75CD0}" destId="{154F9D10-5E70-43B5-90FB-05514FD40F4F}" srcOrd="2" destOrd="0" parTransId="{4AB97FD2-FCC3-4729-94C0-ADDF3D29178F}" sibTransId="{BD9A8B98-25DD-4DBA-A17D-7B94FF84A38D}"/>
    <dgm:cxn modelId="{90A08496-A859-4793-AC13-C08451B9C18C}" type="presOf" srcId="{9DBCC840-494B-4B6C-A378-1E26FED75CD0}" destId="{3B03C089-BF90-49AE-BB0A-257B5629DC3C}" srcOrd="0" destOrd="0" presId="urn:microsoft.com/office/officeart/2018/2/layout/IconVerticalSolidList"/>
    <dgm:cxn modelId="{3D7564B9-8E36-41FF-B25C-C8E32BB46BB9}" srcId="{9DBCC840-494B-4B6C-A378-1E26FED75CD0}" destId="{EB97C3C5-58AA-4064-AA02-A0B7E8E23DEA}" srcOrd="1" destOrd="0" parTransId="{5BC9372C-44CF-4092-A48B-C698D54BC759}" sibTransId="{05AB492F-6B36-40BD-9161-F4F0F1E1A76A}"/>
    <dgm:cxn modelId="{408263CC-C335-4711-A5B4-B0D349E66B2B}" type="presOf" srcId="{6BE53A7F-CF9C-46E5-AE46-40E6A50B2B12}" destId="{8389CBF5-4281-493E-825D-30C2BD88C8D5}" srcOrd="0" destOrd="0" presId="urn:microsoft.com/office/officeart/2018/2/layout/IconVerticalSolidList"/>
    <dgm:cxn modelId="{1EED14FD-A26E-4449-A3A7-BC0867DBC599}" type="presOf" srcId="{154F9D10-5E70-43B5-90FB-05514FD40F4F}" destId="{FC4876E9-60CD-471A-8171-22418E6D40F5}" srcOrd="0" destOrd="0" presId="urn:microsoft.com/office/officeart/2018/2/layout/IconVerticalSolidList"/>
    <dgm:cxn modelId="{5DB124D6-8B5F-4C5F-9EDD-062B987FB1E8}" type="presParOf" srcId="{3B03C089-BF90-49AE-BB0A-257B5629DC3C}" destId="{C72D2CEA-F91C-4566-97BE-2293A309687D}" srcOrd="0" destOrd="0" presId="urn:microsoft.com/office/officeart/2018/2/layout/IconVerticalSolidList"/>
    <dgm:cxn modelId="{D92011B4-7F1A-47A8-8D12-61FA9A05D6ED}" type="presParOf" srcId="{C72D2CEA-F91C-4566-97BE-2293A309687D}" destId="{10890ADF-9B54-4B83-A957-74E9578AA37F}" srcOrd="0" destOrd="0" presId="urn:microsoft.com/office/officeart/2018/2/layout/IconVerticalSolidList"/>
    <dgm:cxn modelId="{13675534-0EFB-4B06-B338-6521C643FDB1}" type="presParOf" srcId="{C72D2CEA-F91C-4566-97BE-2293A309687D}" destId="{389F4424-B9AC-4AE6-8327-1675FDD8BE6C}" srcOrd="1" destOrd="0" presId="urn:microsoft.com/office/officeart/2018/2/layout/IconVerticalSolidList"/>
    <dgm:cxn modelId="{50F9D4E8-3104-41E5-AA17-D0E8F9794265}" type="presParOf" srcId="{C72D2CEA-F91C-4566-97BE-2293A309687D}" destId="{035DD885-541A-4021-8AA4-7CE45D2C7718}" srcOrd="2" destOrd="0" presId="urn:microsoft.com/office/officeart/2018/2/layout/IconVerticalSolidList"/>
    <dgm:cxn modelId="{2DF272AA-A80C-4B88-942D-E1EB3F05E587}" type="presParOf" srcId="{C72D2CEA-F91C-4566-97BE-2293A309687D}" destId="{8389CBF5-4281-493E-825D-30C2BD88C8D5}" srcOrd="3" destOrd="0" presId="urn:microsoft.com/office/officeart/2018/2/layout/IconVerticalSolidList"/>
    <dgm:cxn modelId="{A225FA04-A9C3-4E4C-8BA2-27E2E56730F1}" type="presParOf" srcId="{3B03C089-BF90-49AE-BB0A-257B5629DC3C}" destId="{5F125CE2-E5CF-407E-9CB3-4529B9182585}" srcOrd="1" destOrd="0" presId="urn:microsoft.com/office/officeart/2018/2/layout/IconVerticalSolidList"/>
    <dgm:cxn modelId="{F59071E7-5954-40DD-A228-782AE5FEDE96}" type="presParOf" srcId="{3B03C089-BF90-49AE-BB0A-257B5629DC3C}" destId="{2805B5DF-1601-4C89-A919-DC357484EAE7}" srcOrd="2" destOrd="0" presId="urn:microsoft.com/office/officeart/2018/2/layout/IconVerticalSolidList"/>
    <dgm:cxn modelId="{2DEB5E0C-7C7A-4DBF-BD61-D3E438B391DC}" type="presParOf" srcId="{2805B5DF-1601-4C89-A919-DC357484EAE7}" destId="{FCA2406E-FF11-4B1B-91C3-8BEF50B4E70F}" srcOrd="0" destOrd="0" presId="urn:microsoft.com/office/officeart/2018/2/layout/IconVerticalSolidList"/>
    <dgm:cxn modelId="{2051BD8F-58B7-4C87-8B70-D20A3CDABDC2}" type="presParOf" srcId="{2805B5DF-1601-4C89-A919-DC357484EAE7}" destId="{0DAE070F-C10D-400D-BE3C-C37AAC52AD28}" srcOrd="1" destOrd="0" presId="urn:microsoft.com/office/officeart/2018/2/layout/IconVerticalSolidList"/>
    <dgm:cxn modelId="{2D5F85D6-C6E0-416D-9DB1-AF99D4D43B24}" type="presParOf" srcId="{2805B5DF-1601-4C89-A919-DC357484EAE7}" destId="{33D4D82E-60D8-4D45-A85A-331D0A422E69}" srcOrd="2" destOrd="0" presId="urn:microsoft.com/office/officeart/2018/2/layout/IconVerticalSolidList"/>
    <dgm:cxn modelId="{066E4A08-DC4F-4A1B-BC23-0697AC9C7F1E}" type="presParOf" srcId="{2805B5DF-1601-4C89-A919-DC357484EAE7}" destId="{BD54D748-855C-4E62-B921-103086F5890C}" srcOrd="3" destOrd="0" presId="urn:microsoft.com/office/officeart/2018/2/layout/IconVerticalSolidList"/>
    <dgm:cxn modelId="{6603B978-6536-42A5-A636-455654742836}" type="presParOf" srcId="{3B03C089-BF90-49AE-BB0A-257B5629DC3C}" destId="{6E11D838-5748-4B1F-BB9A-8B54917F695A}" srcOrd="3" destOrd="0" presId="urn:microsoft.com/office/officeart/2018/2/layout/IconVerticalSolidList"/>
    <dgm:cxn modelId="{66EAA140-A4C1-4D78-B661-0BCC10F63D02}" type="presParOf" srcId="{3B03C089-BF90-49AE-BB0A-257B5629DC3C}" destId="{1BA34938-812D-4614-9869-5C940C936BB0}" srcOrd="4" destOrd="0" presId="urn:microsoft.com/office/officeart/2018/2/layout/IconVerticalSolidList"/>
    <dgm:cxn modelId="{73B414FB-A472-43DC-9E42-74239FDA62B6}" type="presParOf" srcId="{1BA34938-812D-4614-9869-5C940C936BB0}" destId="{8A73F981-41DC-4287-A415-42CCC21A74D4}" srcOrd="0" destOrd="0" presId="urn:microsoft.com/office/officeart/2018/2/layout/IconVerticalSolidList"/>
    <dgm:cxn modelId="{2F42059C-EB6F-415E-8E17-727DE414FE04}" type="presParOf" srcId="{1BA34938-812D-4614-9869-5C940C936BB0}" destId="{2D3AFF0A-26EA-41E3-A0A8-22EB1D162F20}" srcOrd="1" destOrd="0" presId="urn:microsoft.com/office/officeart/2018/2/layout/IconVerticalSolidList"/>
    <dgm:cxn modelId="{A38249EE-2B36-4C3D-9F51-E1091B509518}" type="presParOf" srcId="{1BA34938-812D-4614-9869-5C940C936BB0}" destId="{723F1086-FC6C-4948-AC7F-A2B6F85BC96F}" srcOrd="2" destOrd="0" presId="urn:microsoft.com/office/officeart/2018/2/layout/IconVerticalSolidList"/>
    <dgm:cxn modelId="{0ADD4CC3-1CDC-4BF3-834A-CCC8577BB6E8}" type="presParOf" srcId="{1BA34938-812D-4614-9869-5C940C936BB0}" destId="{FC4876E9-60CD-471A-8171-22418E6D40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8030C6-1DFE-41CB-A1C3-FD43909AD6AA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464C6EE-163A-4957-8006-1D7F81BC6E55}">
      <dgm:prSet/>
      <dgm:spPr/>
      <dgm:t>
        <a:bodyPr/>
        <a:lstStyle/>
        <a:p>
          <a:r>
            <a:rPr lang="en-US" b="0" i="0" baseline="0"/>
            <a:t>Random Forest had the lowest MSE → most accurate predictions</a:t>
          </a:r>
          <a:endParaRPr lang="en-US"/>
        </a:p>
      </dgm:t>
    </dgm:pt>
    <dgm:pt modelId="{7B064EF1-6FA5-457C-9E42-AD161976D072}" type="parTrans" cxnId="{EBE6675E-D8E3-4602-8720-567B2893ED2C}">
      <dgm:prSet/>
      <dgm:spPr/>
      <dgm:t>
        <a:bodyPr/>
        <a:lstStyle/>
        <a:p>
          <a:endParaRPr lang="en-US"/>
        </a:p>
      </dgm:t>
    </dgm:pt>
    <dgm:pt modelId="{7CD2BF9F-D2A8-4D2E-AC37-54C43D7CBDC7}" type="sibTrans" cxnId="{EBE6675E-D8E3-4602-8720-567B2893ED2C}">
      <dgm:prSet/>
      <dgm:spPr/>
      <dgm:t>
        <a:bodyPr/>
        <a:lstStyle/>
        <a:p>
          <a:endParaRPr lang="en-US"/>
        </a:p>
      </dgm:t>
    </dgm:pt>
    <dgm:pt modelId="{C24505D2-B3F5-4CA4-B5D8-8786A1B25EAC}">
      <dgm:prSet/>
      <dgm:spPr/>
      <dgm:t>
        <a:bodyPr/>
        <a:lstStyle/>
        <a:p>
          <a:r>
            <a:rPr lang="en-US" b="0" i="0" baseline="0"/>
            <a:t>Reason: Combines multiple trees, reduces overfitting compared to a single decision tree</a:t>
          </a:r>
          <a:endParaRPr lang="en-US"/>
        </a:p>
      </dgm:t>
    </dgm:pt>
    <dgm:pt modelId="{C4444787-FD17-4288-B87B-F18668F20174}" type="parTrans" cxnId="{CF2A3DC0-860B-4252-8238-36B7436112E7}">
      <dgm:prSet/>
      <dgm:spPr/>
      <dgm:t>
        <a:bodyPr/>
        <a:lstStyle/>
        <a:p>
          <a:endParaRPr lang="en-US"/>
        </a:p>
      </dgm:t>
    </dgm:pt>
    <dgm:pt modelId="{BD36CF7A-7914-453C-810E-22D0900D679A}" type="sibTrans" cxnId="{CF2A3DC0-860B-4252-8238-36B7436112E7}">
      <dgm:prSet/>
      <dgm:spPr/>
      <dgm:t>
        <a:bodyPr/>
        <a:lstStyle/>
        <a:p>
          <a:endParaRPr lang="en-US"/>
        </a:p>
      </dgm:t>
    </dgm:pt>
    <dgm:pt modelId="{3AE5FBCF-0B50-431F-900C-9FC9AAD8D479}">
      <dgm:prSet/>
      <dgm:spPr/>
      <dgm:t>
        <a:bodyPr/>
        <a:lstStyle/>
        <a:p>
          <a:r>
            <a:rPr lang="en-US" b="0" i="0" baseline="0"/>
            <a:t>Recommended for predicting used car prices</a:t>
          </a:r>
          <a:endParaRPr lang="en-US"/>
        </a:p>
      </dgm:t>
    </dgm:pt>
    <dgm:pt modelId="{B6F0E2AD-44D1-4617-A21D-37483C34B6C9}" type="parTrans" cxnId="{E8620645-5DEF-4E54-A7EE-B0E303F14812}">
      <dgm:prSet/>
      <dgm:spPr/>
      <dgm:t>
        <a:bodyPr/>
        <a:lstStyle/>
        <a:p>
          <a:endParaRPr lang="en-US"/>
        </a:p>
      </dgm:t>
    </dgm:pt>
    <dgm:pt modelId="{15188C93-7DCF-49ED-9D15-B25CF54821B5}" type="sibTrans" cxnId="{E8620645-5DEF-4E54-A7EE-B0E303F14812}">
      <dgm:prSet/>
      <dgm:spPr/>
      <dgm:t>
        <a:bodyPr/>
        <a:lstStyle/>
        <a:p>
          <a:endParaRPr lang="en-US"/>
        </a:p>
      </dgm:t>
    </dgm:pt>
    <dgm:pt modelId="{81A6017C-BE1C-4CD0-85F8-1EA2C241C77B}" type="pres">
      <dgm:prSet presAssocID="{138030C6-1DFE-41CB-A1C3-FD43909AD6AA}" presName="root" presStyleCnt="0">
        <dgm:presLayoutVars>
          <dgm:dir/>
          <dgm:resizeHandles val="exact"/>
        </dgm:presLayoutVars>
      </dgm:prSet>
      <dgm:spPr/>
    </dgm:pt>
    <dgm:pt modelId="{0E379EF7-788B-4D17-BEE7-11AAE8BE1953}" type="pres">
      <dgm:prSet presAssocID="{F464C6EE-163A-4957-8006-1D7F81BC6E55}" presName="compNode" presStyleCnt="0"/>
      <dgm:spPr/>
    </dgm:pt>
    <dgm:pt modelId="{CBF7EA7A-DED5-4998-8812-ABBAC4D7960A}" type="pres">
      <dgm:prSet presAssocID="{F464C6EE-163A-4957-8006-1D7F81BC6E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A0FAB41F-78D0-4686-A447-7D2C76550258}" type="pres">
      <dgm:prSet presAssocID="{F464C6EE-163A-4957-8006-1D7F81BC6E55}" presName="spaceRect" presStyleCnt="0"/>
      <dgm:spPr/>
    </dgm:pt>
    <dgm:pt modelId="{143528EF-F1AA-4F8B-889E-7D6830D4FD6C}" type="pres">
      <dgm:prSet presAssocID="{F464C6EE-163A-4957-8006-1D7F81BC6E55}" presName="textRect" presStyleLbl="revTx" presStyleIdx="0" presStyleCnt="3">
        <dgm:presLayoutVars>
          <dgm:chMax val="1"/>
          <dgm:chPref val="1"/>
        </dgm:presLayoutVars>
      </dgm:prSet>
      <dgm:spPr/>
    </dgm:pt>
    <dgm:pt modelId="{F6713BE2-34A2-45E6-8C30-BDD7C6F661FD}" type="pres">
      <dgm:prSet presAssocID="{7CD2BF9F-D2A8-4D2E-AC37-54C43D7CBDC7}" presName="sibTrans" presStyleCnt="0"/>
      <dgm:spPr/>
    </dgm:pt>
    <dgm:pt modelId="{CBC1B60C-DAF6-4810-8159-11949F3E22FA}" type="pres">
      <dgm:prSet presAssocID="{C24505D2-B3F5-4CA4-B5D8-8786A1B25EAC}" presName="compNode" presStyleCnt="0"/>
      <dgm:spPr/>
    </dgm:pt>
    <dgm:pt modelId="{5406C7B1-362B-406F-9355-F2D92AB61EEF}" type="pres">
      <dgm:prSet presAssocID="{C24505D2-B3F5-4CA4-B5D8-8786A1B25E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697F9D85-BB34-467F-B455-8D3EB183DC39}" type="pres">
      <dgm:prSet presAssocID="{C24505D2-B3F5-4CA4-B5D8-8786A1B25EAC}" presName="spaceRect" presStyleCnt="0"/>
      <dgm:spPr/>
    </dgm:pt>
    <dgm:pt modelId="{6F66D765-51B7-4457-BC47-B6665F3227CA}" type="pres">
      <dgm:prSet presAssocID="{C24505D2-B3F5-4CA4-B5D8-8786A1B25EAC}" presName="textRect" presStyleLbl="revTx" presStyleIdx="1" presStyleCnt="3">
        <dgm:presLayoutVars>
          <dgm:chMax val="1"/>
          <dgm:chPref val="1"/>
        </dgm:presLayoutVars>
      </dgm:prSet>
      <dgm:spPr/>
    </dgm:pt>
    <dgm:pt modelId="{4827657F-7B36-4353-A26C-810EC9476A1E}" type="pres">
      <dgm:prSet presAssocID="{BD36CF7A-7914-453C-810E-22D0900D679A}" presName="sibTrans" presStyleCnt="0"/>
      <dgm:spPr/>
    </dgm:pt>
    <dgm:pt modelId="{7ED4872C-1380-4D1F-8940-6D39295DAA38}" type="pres">
      <dgm:prSet presAssocID="{3AE5FBCF-0B50-431F-900C-9FC9AAD8D479}" presName="compNode" presStyleCnt="0"/>
      <dgm:spPr/>
    </dgm:pt>
    <dgm:pt modelId="{1A316620-4229-4A52-842C-ECB2A7CDB13C}" type="pres">
      <dgm:prSet presAssocID="{3AE5FBCF-0B50-431F-900C-9FC9AAD8D4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74CB17C2-5459-461E-9CD7-EE37CB44C89E}" type="pres">
      <dgm:prSet presAssocID="{3AE5FBCF-0B50-431F-900C-9FC9AAD8D479}" presName="spaceRect" presStyleCnt="0"/>
      <dgm:spPr/>
    </dgm:pt>
    <dgm:pt modelId="{F6C65866-B061-44FA-8EE8-62E862B72369}" type="pres">
      <dgm:prSet presAssocID="{3AE5FBCF-0B50-431F-900C-9FC9AAD8D4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CCF3C02-A6EF-48A3-A824-AAC871219A24}" type="presOf" srcId="{138030C6-1DFE-41CB-A1C3-FD43909AD6AA}" destId="{81A6017C-BE1C-4CD0-85F8-1EA2C241C77B}" srcOrd="0" destOrd="0" presId="urn:microsoft.com/office/officeart/2018/2/layout/IconLabelList"/>
    <dgm:cxn modelId="{D8944E38-E987-4AB3-9CA1-C0F017A044B2}" type="presOf" srcId="{3AE5FBCF-0B50-431F-900C-9FC9AAD8D479}" destId="{F6C65866-B061-44FA-8EE8-62E862B72369}" srcOrd="0" destOrd="0" presId="urn:microsoft.com/office/officeart/2018/2/layout/IconLabelList"/>
    <dgm:cxn modelId="{EBE6675E-D8E3-4602-8720-567B2893ED2C}" srcId="{138030C6-1DFE-41CB-A1C3-FD43909AD6AA}" destId="{F464C6EE-163A-4957-8006-1D7F81BC6E55}" srcOrd="0" destOrd="0" parTransId="{7B064EF1-6FA5-457C-9E42-AD161976D072}" sibTransId="{7CD2BF9F-D2A8-4D2E-AC37-54C43D7CBDC7}"/>
    <dgm:cxn modelId="{E8620645-5DEF-4E54-A7EE-B0E303F14812}" srcId="{138030C6-1DFE-41CB-A1C3-FD43909AD6AA}" destId="{3AE5FBCF-0B50-431F-900C-9FC9AAD8D479}" srcOrd="2" destOrd="0" parTransId="{B6F0E2AD-44D1-4617-A21D-37483C34B6C9}" sibTransId="{15188C93-7DCF-49ED-9D15-B25CF54821B5}"/>
    <dgm:cxn modelId="{1400687F-BF75-4605-9438-0F2E52C1C9E7}" type="presOf" srcId="{F464C6EE-163A-4957-8006-1D7F81BC6E55}" destId="{143528EF-F1AA-4F8B-889E-7D6830D4FD6C}" srcOrd="0" destOrd="0" presId="urn:microsoft.com/office/officeart/2018/2/layout/IconLabelList"/>
    <dgm:cxn modelId="{CF2A3DC0-860B-4252-8238-36B7436112E7}" srcId="{138030C6-1DFE-41CB-A1C3-FD43909AD6AA}" destId="{C24505D2-B3F5-4CA4-B5D8-8786A1B25EAC}" srcOrd="1" destOrd="0" parTransId="{C4444787-FD17-4288-B87B-F18668F20174}" sibTransId="{BD36CF7A-7914-453C-810E-22D0900D679A}"/>
    <dgm:cxn modelId="{B9CA7FDD-CEB0-4286-9278-C8E9EC3573AC}" type="presOf" srcId="{C24505D2-B3F5-4CA4-B5D8-8786A1B25EAC}" destId="{6F66D765-51B7-4457-BC47-B6665F3227CA}" srcOrd="0" destOrd="0" presId="urn:microsoft.com/office/officeart/2018/2/layout/IconLabelList"/>
    <dgm:cxn modelId="{6DDC6ACE-C5EC-4567-A38D-1717F3D01154}" type="presParOf" srcId="{81A6017C-BE1C-4CD0-85F8-1EA2C241C77B}" destId="{0E379EF7-788B-4D17-BEE7-11AAE8BE1953}" srcOrd="0" destOrd="0" presId="urn:microsoft.com/office/officeart/2018/2/layout/IconLabelList"/>
    <dgm:cxn modelId="{7EC53DAA-D2F8-4A61-8F02-71A0433498AB}" type="presParOf" srcId="{0E379EF7-788B-4D17-BEE7-11AAE8BE1953}" destId="{CBF7EA7A-DED5-4998-8812-ABBAC4D7960A}" srcOrd="0" destOrd="0" presId="urn:microsoft.com/office/officeart/2018/2/layout/IconLabelList"/>
    <dgm:cxn modelId="{6520EA35-AACF-4F9E-A259-26337DE3E3F8}" type="presParOf" srcId="{0E379EF7-788B-4D17-BEE7-11AAE8BE1953}" destId="{A0FAB41F-78D0-4686-A447-7D2C76550258}" srcOrd="1" destOrd="0" presId="urn:microsoft.com/office/officeart/2018/2/layout/IconLabelList"/>
    <dgm:cxn modelId="{8696603A-9842-4297-A044-3279B75DBFD4}" type="presParOf" srcId="{0E379EF7-788B-4D17-BEE7-11AAE8BE1953}" destId="{143528EF-F1AA-4F8B-889E-7D6830D4FD6C}" srcOrd="2" destOrd="0" presId="urn:microsoft.com/office/officeart/2018/2/layout/IconLabelList"/>
    <dgm:cxn modelId="{5DB58B5C-966F-4C4D-8614-AED2768F99E3}" type="presParOf" srcId="{81A6017C-BE1C-4CD0-85F8-1EA2C241C77B}" destId="{F6713BE2-34A2-45E6-8C30-BDD7C6F661FD}" srcOrd="1" destOrd="0" presId="urn:microsoft.com/office/officeart/2018/2/layout/IconLabelList"/>
    <dgm:cxn modelId="{CA65DF6D-8DFD-4CB3-B5B4-EE6F9CC88DBB}" type="presParOf" srcId="{81A6017C-BE1C-4CD0-85F8-1EA2C241C77B}" destId="{CBC1B60C-DAF6-4810-8159-11949F3E22FA}" srcOrd="2" destOrd="0" presId="urn:microsoft.com/office/officeart/2018/2/layout/IconLabelList"/>
    <dgm:cxn modelId="{D3C818F5-62C1-4798-BFDA-9B687647F28C}" type="presParOf" srcId="{CBC1B60C-DAF6-4810-8159-11949F3E22FA}" destId="{5406C7B1-362B-406F-9355-F2D92AB61EEF}" srcOrd="0" destOrd="0" presId="urn:microsoft.com/office/officeart/2018/2/layout/IconLabelList"/>
    <dgm:cxn modelId="{909A1920-BB86-4F8C-B90A-04DEED4815B9}" type="presParOf" srcId="{CBC1B60C-DAF6-4810-8159-11949F3E22FA}" destId="{697F9D85-BB34-467F-B455-8D3EB183DC39}" srcOrd="1" destOrd="0" presId="urn:microsoft.com/office/officeart/2018/2/layout/IconLabelList"/>
    <dgm:cxn modelId="{47B26C4E-7D51-4EEB-875E-E1422C2728A1}" type="presParOf" srcId="{CBC1B60C-DAF6-4810-8159-11949F3E22FA}" destId="{6F66D765-51B7-4457-BC47-B6665F3227CA}" srcOrd="2" destOrd="0" presId="urn:microsoft.com/office/officeart/2018/2/layout/IconLabelList"/>
    <dgm:cxn modelId="{1A24F5DF-4866-4D7D-AE33-0AB53121EB81}" type="presParOf" srcId="{81A6017C-BE1C-4CD0-85F8-1EA2C241C77B}" destId="{4827657F-7B36-4353-A26C-810EC9476A1E}" srcOrd="3" destOrd="0" presId="urn:microsoft.com/office/officeart/2018/2/layout/IconLabelList"/>
    <dgm:cxn modelId="{CC71CDBB-4A66-4D36-8B40-1D695E826D93}" type="presParOf" srcId="{81A6017C-BE1C-4CD0-85F8-1EA2C241C77B}" destId="{7ED4872C-1380-4D1F-8940-6D39295DAA38}" srcOrd="4" destOrd="0" presId="urn:microsoft.com/office/officeart/2018/2/layout/IconLabelList"/>
    <dgm:cxn modelId="{FE2AFE2D-A285-4AF0-B8F1-F61DCE2B48EA}" type="presParOf" srcId="{7ED4872C-1380-4D1F-8940-6D39295DAA38}" destId="{1A316620-4229-4A52-842C-ECB2A7CDB13C}" srcOrd="0" destOrd="0" presId="urn:microsoft.com/office/officeart/2018/2/layout/IconLabelList"/>
    <dgm:cxn modelId="{F95B7C4A-485C-4D67-AE9E-71C20A5E925A}" type="presParOf" srcId="{7ED4872C-1380-4D1F-8940-6D39295DAA38}" destId="{74CB17C2-5459-461E-9CD7-EE37CB44C89E}" srcOrd="1" destOrd="0" presId="urn:microsoft.com/office/officeart/2018/2/layout/IconLabelList"/>
    <dgm:cxn modelId="{68DDC95B-0E1D-42F9-A0D9-E18AF4D9FB44}" type="presParOf" srcId="{7ED4872C-1380-4D1F-8940-6D39295DAA38}" destId="{F6C65866-B061-44FA-8EE8-62E862B7236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591CCB6-91A9-41F1-A881-1F61840308DC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EEB509-9A31-4C25-9BC5-0BD16811A3A5}">
      <dgm:prSet/>
      <dgm:spPr/>
      <dgm:t>
        <a:bodyPr/>
        <a:lstStyle/>
        <a:p>
          <a:r>
            <a:rPr lang="en-US"/>
            <a:t>Predicting car prices is feasible using simple ML models and basic features</a:t>
          </a:r>
        </a:p>
      </dgm:t>
    </dgm:pt>
    <dgm:pt modelId="{F466DD64-B0C7-4F3D-87ED-E4C517E2C69D}" type="parTrans" cxnId="{9858B823-B990-4B41-A97C-81E46E251AB0}">
      <dgm:prSet/>
      <dgm:spPr/>
      <dgm:t>
        <a:bodyPr/>
        <a:lstStyle/>
        <a:p>
          <a:endParaRPr lang="en-US"/>
        </a:p>
      </dgm:t>
    </dgm:pt>
    <dgm:pt modelId="{115E97F6-C21C-44CF-9AEF-5A59D71E3B86}" type="sibTrans" cxnId="{9858B823-B990-4B41-A97C-81E46E251AB0}">
      <dgm:prSet/>
      <dgm:spPr/>
      <dgm:t>
        <a:bodyPr/>
        <a:lstStyle/>
        <a:p>
          <a:endParaRPr lang="en-US"/>
        </a:p>
      </dgm:t>
    </dgm:pt>
    <dgm:pt modelId="{5D391666-F306-43BC-B9C2-9E3F7B07FD46}">
      <dgm:prSet/>
      <dgm:spPr/>
      <dgm:t>
        <a:bodyPr/>
        <a:lstStyle/>
        <a:p>
          <a:r>
            <a:rPr lang="en-US"/>
            <a:t>Random Forest performed best for this dataset</a:t>
          </a:r>
        </a:p>
      </dgm:t>
    </dgm:pt>
    <dgm:pt modelId="{8778CECF-5761-46DC-8029-3119AF5AF73A}" type="parTrans" cxnId="{A7F5D2F5-1C01-4D81-9C7D-F1F90E087F54}">
      <dgm:prSet/>
      <dgm:spPr/>
      <dgm:t>
        <a:bodyPr/>
        <a:lstStyle/>
        <a:p>
          <a:endParaRPr lang="en-US"/>
        </a:p>
      </dgm:t>
    </dgm:pt>
    <dgm:pt modelId="{4753182C-F0F9-4FD7-990B-F296B37C0837}" type="sibTrans" cxnId="{A7F5D2F5-1C01-4D81-9C7D-F1F90E087F54}">
      <dgm:prSet/>
      <dgm:spPr/>
      <dgm:t>
        <a:bodyPr/>
        <a:lstStyle/>
        <a:p>
          <a:endParaRPr lang="en-US"/>
        </a:p>
      </dgm:t>
    </dgm:pt>
    <dgm:pt modelId="{00C86897-7E8E-4C11-A6EB-7165A03233A3}">
      <dgm:prSet/>
      <dgm:spPr/>
      <dgm:t>
        <a:bodyPr/>
        <a:lstStyle/>
        <a:p>
          <a:r>
            <a:rPr lang="en-US"/>
            <a:t>Future improvements: Add more features (brand, model type, condition) for better accuracy</a:t>
          </a:r>
        </a:p>
      </dgm:t>
    </dgm:pt>
    <dgm:pt modelId="{4C20B9F9-B51A-46CE-A266-C198915D80A7}" type="parTrans" cxnId="{C10E867C-8098-462F-9020-A05BAAB92AE2}">
      <dgm:prSet/>
      <dgm:spPr/>
      <dgm:t>
        <a:bodyPr/>
        <a:lstStyle/>
        <a:p>
          <a:endParaRPr lang="en-US"/>
        </a:p>
      </dgm:t>
    </dgm:pt>
    <dgm:pt modelId="{8673AA19-744F-4E0A-B785-E9DEEAF3AF84}" type="sibTrans" cxnId="{C10E867C-8098-462F-9020-A05BAAB92AE2}">
      <dgm:prSet/>
      <dgm:spPr/>
      <dgm:t>
        <a:bodyPr/>
        <a:lstStyle/>
        <a:p>
          <a:endParaRPr lang="en-US"/>
        </a:p>
      </dgm:t>
    </dgm:pt>
    <dgm:pt modelId="{59D8718E-C3E9-4F1B-9C93-C46DFBFC5F12}" type="pres">
      <dgm:prSet presAssocID="{5591CCB6-91A9-41F1-A881-1F61840308D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7CAE43-92F3-43C7-962B-E2B607C59F72}" type="pres">
      <dgm:prSet presAssocID="{F5EEB509-9A31-4C25-9BC5-0BD16811A3A5}" presName="hierRoot1" presStyleCnt="0"/>
      <dgm:spPr/>
    </dgm:pt>
    <dgm:pt modelId="{8AB99FAA-89FB-45B2-8A75-ADF8F1816504}" type="pres">
      <dgm:prSet presAssocID="{F5EEB509-9A31-4C25-9BC5-0BD16811A3A5}" presName="composite" presStyleCnt="0"/>
      <dgm:spPr/>
    </dgm:pt>
    <dgm:pt modelId="{2BB4D35F-EF2D-46A4-81C4-F4E4E4BFB219}" type="pres">
      <dgm:prSet presAssocID="{F5EEB509-9A31-4C25-9BC5-0BD16811A3A5}" presName="background" presStyleLbl="node0" presStyleIdx="0" presStyleCnt="3"/>
      <dgm:spPr/>
    </dgm:pt>
    <dgm:pt modelId="{ACFFC734-4A18-47CD-AD06-F5E549AD638C}" type="pres">
      <dgm:prSet presAssocID="{F5EEB509-9A31-4C25-9BC5-0BD16811A3A5}" presName="text" presStyleLbl="fgAcc0" presStyleIdx="0" presStyleCnt="3">
        <dgm:presLayoutVars>
          <dgm:chPref val="3"/>
        </dgm:presLayoutVars>
      </dgm:prSet>
      <dgm:spPr/>
    </dgm:pt>
    <dgm:pt modelId="{C3040357-9811-4D6A-9207-E15B0C2C4C22}" type="pres">
      <dgm:prSet presAssocID="{F5EEB509-9A31-4C25-9BC5-0BD16811A3A5}" presName="hierChild2" presStyleCnt="0"/>
      <dgm:spPr/>
    </dgm:pt>
    <dgm:pt modelId="{6D3154F4-AD10-4D55-987C-17E29E500275}" type="pres">
      <dgm:prSet presAssocID="{5D391666-F306-43BC-B9C2-9E3F7B07FD46}" presName="hierRoot1" presStyleCnt="0"/>
      <dgm:spPr/>
    </dgm:pt>
    <dgm:pt modelId="{1347C7F5-269F-40F7-BBC8-1B40FD2A3171}" type="pres">
      <dgm:prSet presAssocID="{5D391666-F306-43BC-B9C2-9E3F7B07FD46}" presName="composite" presStyleCnt="0"/>
      <dgm:spPr/>
    </dgm:pt>
    <dgm:pt modelId="{0EBE2ABB-4226-41EC-A5EC-D811056F575E}" type="pres">
      <dgm:prSet presAssocID="{5D391666-F306-43BC-B9C2-9E3F7B07FD46}" presName="background" presStyleLbl="node0" presStyleIdx="1" presStyleCnt="3"/>
      <dgm:spPr/>
    </dgm:pt>
    <dgm:pt modelId="{A3B4B213-82B1-411C-8647-250B498081AB}" type="pres">
      <dgm:prSet presAssocID="{5D391666-F306-43BC-B9C2-9E3F7B07FD46}" presName="text" presStyleLbl="fgAcc0" presStyleIdx="1" presStyleCnt="3">
        <dgm:presLayoutVars>
          <dgm:chPref val="3"/>
        </dgm:presLayoutVars>
      </dgm:prSet>
      <dgm:spPr/>
    </dgm:pt>
    <dgm:pt modelId="{D5EF92A9-03EA-452B-B506-D5EE3EA71D59}" type="pres">
      <dgm:prSet presAssocID="{5D391666-F306-43BC-B9C2-9E3F7B07FD46}" presName="hierChild2" presStyleCnt="0"/>
      <dgm:spPr/>
    </dgm:pt>
    <dgm:pt modelId="{862E78AE-3A88-4B5F-890E-CBB7DF658173}" type="pres">
      <dgm:prSet presAssocID="{00C86897-7E8E-4C11-A6EB-7165A03233A3}" presName="hierRoot1" presStyleCnt="0"/>
      <dgm:spPr/>
    </dgm:pt>
    <dgm:pt modelId="{D8C8A3FD-C6A3-4885-B186-578750D7E34B}" type="pres">
      <dgm:prSet presAssocID="{00C86897-7E8E-4C11-A6EB-7165A03233A3}" presName="composite" presStyleCnt="0"/>
      <dgm:spPr/>
    </dgm:pt>
    <dgm:pt modelId="{AAA79CF4-D8D3-4CE8-B155-733DA70237CF}" type="pres">
      <dgm:prSet presAssocID="{00C86897-7E8E-4C11-A6EB-7165A03233A3}" presName="background" presStyleLbl="node0" presStyleIdx="2" presStyleCnt="3"/>
      <dgm:spPr/>
    </dgm:pt>
    <dgm:pt modelId="{8E278CAA-B95D-47FC-8745-24629F5C4ABE}" type="pres">
      <dgm:prSet presAssocID="{00C86897-7E8E-4C11-A6EB-7165A03233A3}" presName="text" presStyleLbl="fgAcc0" presStyleIdx="2" presStyleCnt="3">
        <dgm:presLayoutVars>
          <dgm:chPref val="3"/>
        </dgm:presLayoutVars>
      </dgm:prSet>
      <dgm:spPr/>
    </dgm:pt>
    <dgm:pt modelId="{A103345D-2E52-4562-9BC6-DAC8FCBA32E5}" type="pres">
      <dgm:prSet presAssocID="{00C86897-7E8E-4C11-A6EB-7165A03233A3}" presName="hierChild2" presStyleCnt="0"/>
      <dgm:spPr/>
    </dgm:pt>
  </dgm:ptLst>
  <dgm:cxnLst>
    <dgm:cxn modelId="{2E2D6B08-3E92-48F3-B3E4-4826A6DC6D2D}" type="presOf" srcId="{5D391666-F306-43BC-B9C2-9E3F7B07FD46}" destId="{A3B4B213-82B1-411C-8647-250B498081AB}" srcOrd="0" destOrd="0" presId="urn:microsoft.com/office/officeart/2005/8/layout/hierarchy1"/>
    <dgm:cxn modelId="{9858B823-B990-4B41-A97C-81E46E251AB0}" srcId="{5591CCB6-91A9-41F1-A881-1F61840308DC}" destId="{F5EEB509-9A31-4C25-9BC5-0BD16811A3A5}" srcOrd="0" destOrd="0" parTransId="{F466DD64-B0C7-4F3D-87ED-E4C517E2C69D}" sibTransId="{115E97F6-C21C-44CF-9AEF-5A59D71E3B86}"/>
    <dgm:cxn modelId="{68646444-4BA3-44C9-9892-2BFB71094072}" type="presOf" srcId="{F5EEB509-9A31-4C25-9BC5-0BD16811A3A5}" destId="{ACFFC734-4A18-47CD-AD06-F5E549AD638C}" srcOrd="0" destOrd="0" presId="urn:microsoft.com/office/officeart/2005/8/layout/hierarchy1"/>
    <dgm:cxn modelId="{D966A64D-92E0-4E5E-BDAE-0FE800198E25}" type="presOf" srcId="{00C86897-7E8E-4C11-A6EB-7165A03233A3}" destId="{8E278CAA-B95D-47FC-8745-24629F5C4ABE}" srcOrd="0" destOrd="0" presId="urn:microsoft.com/office/officeart/2005/8/layout/hierarchy1"/>
    <dgm:cxn modelId="{C9379F55-13E9-4192-A4DA-A186BD7C67BC}" type="presOf" srcId="{5591CCB6-91A9-41F1-A881-1F61840308DC}" destId="{59D8718E-C3E9-4F1B-9C93-C46DFBFC5F12}" srcOrd="0" destOrd="0" presId="urn:microsoft.com/office/officeart/2005/8/layout/hierarchy1"/>
    <dgm:cxn modelId="{C10E867C-8098-462F-9020-A05BAAB92AE2}" srcId="{5591CCB6-91A9-41F1-A881-1F61840308DC}" destId="{00C86897-7E8E-4C11-A6EB-7165A03233A3}" srcOrd="2" destOrd="0" parTransId="{4C20B9F9-B51A-46CE-A266-C198915D80A7}" sibTransId="{8673AA19-744F-4E0A-B785-E9DEEAF3AF84}"/>
    <dgm:cxn modelId="{A7F5D2F5-1C01-4D81-9C7D-F1F90E087F54}" srcId="{5591CCB6-91A9-41F1-A881-1F61840308DC}" destId="{5D391666-F306-43BC-B9C2-9E3F7B07FD46}" srcOrd="1" destOrd="0" parTransId="{8778CECF-5761-46DC-8029-3119AF5AF73A}" sibTransId="{4753182C-F0F9-4FD7-990B-F296B37C0837}"/>
    <dgm:cxn modelId="{B5734062-2A2E-4E81-9257-59DF0816D54A}" type="presParOf" srcId="{59D8718E-C3E9-4F1B-9C93-C46DFBFC5F12}" destId="{467CAE43-92F3-43C7-962B-E2B607C59F72}" srcOrd="0" destOrd="0" presId="urn:microsoft.com/office/officeart/2005/8/layout/hierarchy1"/>
    <dgm:cxn modelId="{9C35A3FE-670E-4393-B793-E75C8A75BACB}" type="presParOf" srcId="{467CAE43-92F3-43C7-962B-E2B607C59F72}" destId="{8AB99FAA-89FB-45B2-8A75-ADF8F1816504}" srcOrd="0" destOrd="0" presId="urn:microsoft.com/office/officeart/2005/8/layout/hierarchy1"/>
    <dgm:cxn modelId="{C2141291-0854-487B-AD82-A293498F5A12}" type="presParOf" srcId="{8AB99FAA-89FB-45B2-8A75-ADF8F1816504}" destId="{2BB4D35F-EF2D-46A4-81C4-F4E4E4BFB219}" srcOrd="0" destOrd="0" presId="urn:microsoft.com/office/officeart/2005/8/layout/hierarchy1"/>
    <dgm:cxn modelId="{7569677F-73D0-4688-957D-F1D44B4AD009}" type="presParOf" srcId="{8AB99FAA-89FB-45B2-8A75-ADF8F1816504}" destId="{ACFFC734-4A18-47CD-AD06-F5E549AD638C}" srcOrd="1" destOrd="0" presId="urn:microsoft.com/office/officeart/2005/8/layout/hierarchy1"/>
    <dgm:cxn modelId="{F0383399-21AA-45BF-A17F-86DB1FC85D51}" type="presParOf" srcId="{467CAE43-92F3-43C7-962B-E2B607C59F72}" destId="{C3040357-9811-4D6A-9207-E15B0C2C4C22}" srcOrd="1" destOrd="0" presId="urn:microsoft.com/office/officeart/2005/8/layout/hierarchy1"/>
    <dgm:cxn modelId="{3177D9D0-FD66-44C5-8A65-7ACCF508C579}" type="presParOf" srcId="{59D8718E-C3E9-4F1B-9C93-C46DFBFC5F12}" destId="{6D3154F4-AD10-4D55-987C-17E29E500275}" srcOrd="1" destOrd="0" presId="urn:microsoft.com/office/officeart/2005/8/layout/hierarchy1"/>
    <dgm:cxn modelId="{3EAA4FEB-1CEB-4E4F-AFC2-8BD0DE7329E4}" type="presParOf" srcId="{6D3154F4-AD10-4D55-987C-17E29E500275}" destId="{1347C7F5-269F-40F7-BBC8-1B40FD2A3171}" srcOrd="0" destOrd="0" presId="urn:microsoft.com/office/officeart/2005/8/layout/hierarchy1"/>
    <dgm:cxn modelId="{AE08A82B-086B-4DEB-8073-AF98A2EADC92}" type="presParOf" srcId="{1347C7F5-269F-40F7-BBC8-1B40FD2A3171}" destId="{0EBE2ABB-4226-41EC-A5EC-D811056F575E}" srcOrd="0" destOrd="0" presId="urn:microsoft.com/office/officeart/2005/8/layout/hierarchy1"/>
    <dgm:cxn modelId="{77DD749F-9320-4CE7-B844-DCEB1CF93621}" type="presParOf" srcId="{1347C7F5-269F-40F7-BBC8-1B40FD2A3171}" destId="{A3B4B213-82B1-411C-8647-250B498081AB}" srcOrd="1" destOrd="0" presId="urn:microsoft.com/office/officeart/2005/8/layout/hierarchy1"/>
    <dgm:cxn modelId="{FE7C6E24-7942-48DD-A963-861748556CCB}" type="presParOf" srcId="{6D3154F4-AD10-4D55-987C-17E29E500275}" destId="{D5EF92A9-03EA-452B-B506-D5EE3EA71D59}" srcOrd="1" destOrd="0" presId="urn:microsoft.com/office/officeart/2005/8/layout/hierarchy1"/>
    <dgm:cxn modelId="{7B9EFAF8-8DD9-4FA8-8AC9-63042753E54D}" type="presParOf" srcId="{59D8718E-C3E9-4F1B-9C93-C46DFBFC5F12}" destId="{862E78AE-3A88-4B5F-890E-CBB7DF658173}" srcOrd="2" destOrd="0" presId="urn:microsoft.com/office/officeart/2005/8/layout/hierarchy1"/>
    <dgm:cxn modelId="{27A7AF96-6D87-4BA4-96F8-8A4715383158}" type="presParOf" srcId="{862E78AE-3A88-4B5F-890E-CBB7DF658173}" destId="{D8C8A3FD-C6A3-4885-B186-578750D7E34B}" srcOrd="0" destOrd="0" presId="urn:microsoft.com/office/officeart/2005/8/layout/hierarchy1"/>
    <dgm:cxn modelId="{3184DD88-36C3-4FB5-B7F3-A43167A1BBEA}" type="presParOf" srcId="{D8C8A3FD-C6A3-4885-B186-578750D7E34B}" destId="{AAA79CF4-D8D3-4CE8-B155-733DA70237CF}" srcOrd="0" destOrd="0" presId="urn:microsoft.com/office/officeart/2005/8/layout/hierarchy1"/>
    <dgm:cxn modelId="{D2324E8A-6068-4588-9D8B-78099412E1B0}" type="presParOf" srcId="{D8C8A3FD-C6A3-4885-B186-578750D7E34B}" destId="{8E278CAA-B95D-47FC-8745-24629F5C4ABE}" srcOrd="1" destOrd="0" presId="urn:microsoft.com/office/officeart/2005/8/layout/hierarchy1"/>
    <dgm:cxn modelId="{7BFA80B4-0ABA-40F6-B0C0-7767D655F65B}" type="presParOf" srcId="{862E78AE-3A88-4B5F-890E-CBB7DF658173}" destId="{A103345D-2E52-4562-9BC6-DAC8FCBA32E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03116F-7022-4B19-9236-16CA0D0756F5}">
      <dsp:nvSpPr>
        <dsp:cNvPr id="0" name=""/>
        <dsp:cNvSpPr/>
      </dsp:nvSpPr>
      <dsp:spPr>
        <a:xfrm>
          <a:off x="0" y="47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BFBF3-F5AC-41F1-A3BC-468EA0221699}">
      <dsp:nvSpPr>
        <dsp:cNvPr id="0" name=""/>
        <dsp:cNvSpPr/>
      </dsp:nvSpPr>
      <dsp:spPr>
        <a:xfrm>
          <a:off x="339189" y="252769"/>
          <a:ext cx="616708" cy="616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15250-0196-488B-8A26-F17B0635C9D1}">
      <dsp:nvSpPr>
        <dsp:cNvPr id="0" name=""/>
        <dsp:cNvSpPr/>
      </dsp:nvSpPr>
      <dsp:spPr>
        <a:xfrm>
          <a:off x="1295087" y="47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Goal: Predict prices of used cars using machine learning models</a:t>
          </a:r>
          <a:endParaRPr lang="en-US" sz="2500" kern="1200"/>
        </a:p>
      </dsp:txBody>
      <dsp:txXfrm>
        <a:off x="1295087" y="479"/>
        <a:ext cx="9110086" cy="1121288"/>
      </dsp:txXfrm>
    </dsp:sp>
    <dsp:sp modelId="{5096C363-92C0-499A-8239-3C8C004E951D}">
      <dsp:nvSpPr>
        <dsp:cNvPr id="0" name=""/>
        <dsp:cNvSpPr/>
      </dsp:nvSpPr>
      <dsp:spPr>
        <a:xfrm>
          <a:off x="0" y="140208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78212-3ED7-401C-8B21-BCF7A52A4D01}">
      <dsp:nvSpPr>
        <dsp:cNvPr id="0" name=""/>
        <dsp:cNvSpPr/>
      </dsp:nvSpPr>
      <dsp:spPr>
        <a:xfrm>
          <a:off x="339189" y="1654379"/>
          <a:ext cx="616708" cy="616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090A3-D2F4-426E-ABB4-263ECBD8AAFA}">
      <dsp:nvSpPr>
        <dsp:cNvPr id="0" name=""/>
        <dsp:cNvSpPr/>
      </dsp:nvSpPr>
      <dsp:spPr>
        <a:xfrm>
          <a:off x="1295087" y="140208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Approach: Use simple features (model year, mileage) and compare model performance</a:t>
          </a:r>
          <a:endParaRPr lang="en-US" sz="2500" kern="1200"/>
        </a:p>
      </dsp:txBody>
      <dsp:txXfrm>
        <a:off x="1295087" y="1402089"/>
        <a:ext cx="9110086" cy="1121288"/>
      </dsp:txXfrm>
    </dsp:sp>
    <dsp:sp modelId="{78CC9FD5-444C-4FB5-A77F-347C403F9AEA}">
      <dsp:nvSpPr>
        <dsp:cNvPr id="0" name=""/>
        <dsp:cNvSpPr/>
      </dsp:nvSpPr>
      <dsp:spPr>
        <a:xfrm>
          <a:off x="0" y="280369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5893F7-ECD1-4B05-A6C3-66E6BA7FB7CB}">
      <dsp:nvSpPr>
        <dsp:cNvPr id="0" name=""/>
        <dsp:cNvSpPr/>
      </dsp:nvSpPr>
      <dsp:spPr>
        <a:xfrm>
          <a:off x="339189" y="3055989"/>
          <a:ext cx="616708" cy="616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46DBB9-0130-4D25-98C6-ACA2C4FF3769}">
      <dsp:nvSpPr>
        <dsp:cNvPr id="0" name=""/>
        <dsp:cNvSpPr/>
      </dsp:nvSpPr>
      <dsp:spPr>
        <a:xfrm>
          <a:off x="1295087" y="280369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Models Used: Linear Regression, Decision Tree, Random Forest</a:t>
          </a:r>
          <a:endParaRPr lang="en-US" sz="2500" kern="1200"/>
        </a:p>
      </dsp:txBody>
      <dsp:txXfrm>
        <a:off x="1295087" y="2803699"/>
        <a:ext cx="9110086" cy="1121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066B0-ECA4-4D96-B34F-F76A72F68A8E}">
      <dsp:nvSpPr>
        <dsp:cNvPr id="0" name=""/>
        <dsp:cNvSpPr/>
      </dsp:nvSpPr>
      <dsp:spPr>
        <a:xfrm>
          <a:off x="0" y="1629"/>
          <a:ext cx="10405174" cy="825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69E8F-3B8B-4BD9-A71C-E7DA97111EF1}">
      <dsp:nvSpPr>
        <dsp:cNvPr id="0" name=""/>
        <dsp:cNvSpPr/>
      </dsp:nvSpPr>
      <dsp:spPr>
        <a:xfrm>
          <a:off x="249782" y="187418"/>
          <a:ext cx="454150" cy="454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6D328-5CB3-436C-9293-80CAFB79E75E}">
      <dsp:nvSpPr>
        <dsp:cNvPr id="0" name=""/>
        <dsp:cNvSpPr/>
      </dsp:nvSpPr>
      <dsp:spPr>
        <a:xfrm>
          <a:off x="953715" y="1629"/>
          <a:ext cx="9451458" cy="82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390" tIns="87390" rIns="87390" bIns="87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Source: used_cars.csv</a:t>
          </a:r>
          <a:endParaRPr lang="en-US" sz="2200" kern="1200"/>
        </a:p>
      </dsp:txBody>
      <dsp:txXfrm>
        <a:off x="953715" y="1629"/>
        <a:ext cx="9451458" cy="825728"/>
      </dsp:txXfrm>
    </dsp:sp>
    <dsp:sp modelId="{11FCE9E2-3977-4028-B830-96F16620E1B2}">
      <dsp:nvSpPr>
        <dsp:cNvPr id="0" name=""/>
        <dsp:cNvSpPr/>
      </dsp:nvSpPr>
      <dsp:spPr>
        <a:xfrm>
          <a:off x="0" y="1033789"/>
          <a:ext cx="10405174" cy="825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D674E-09C7-43CF-8391-EFBBA5B7D4C0}">
      <dsp:nvSpPr>
        <dsp:cNvPr id="0" name=""/>
        <dsp:cNvSpPr/>
      </dsp:nvSpPr>
      <dsp:spPr>
        <a:xfrm>
          <a:off x="249782" y="1219578"/>
          <a:ext cx="454150" cy="454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E4291-31E7-43A6-8291-1E00654C6AC1}">
      <dsp:nvSpPr>
        <dsp:cNvPr id="0" name=""/>
        <dsp:cNvSpPr/>
      </dsp:nvSpPr>
      <dsp:spPr>
        <a:xfrm>
          <a:off x="953715" y="1033789"/>
          <a:ext cx="9451458" cy="82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390" tIns="87390" rIns="87390" bIns="87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Features include: brand, model, model_year, milage, price</a:t>
          </a:r>
          <a:endParaRPr lang="en-US" sz="2200" kern="1200"/>
        </a:p>
      </dsp:txBody>
      <dsp:txXfrm>
        <a:off x="953715" y="1033789"/>
        <a:ext cx="9451458" cy="825728"/>
      </dsp:txXfrm>
    </dsp:sp>
    <dsp:sp modelId="{44DB4BC2-8080-41B4-A446-D18160316BBE}">
      <dsp:nvSpPr>
        <dsp:cNvPr id="0" name=""/>
        <dsp:cNvSpPr/>
      </dsp:nvSpPr>
      <dsp:spPr>
        <a:xfrm>
          <a:off x="0" y="2065949"/>
          <a:ext cx="10405174" cy="825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E7E31-F487-4172-A36B-CA8A90E01B04}">
      <dsp:nvSpPr>
        <dsp:cNvPr id="0" name=""/>
        <dsp:cNvSpPr/>
      </dsp:nvSpPr>
      <dsp:spPr>
        <a:xfrm>
          <a:off x="249782" y="2251738"/>
          <a:ext cx="454150" cy="454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F3760-341F-42A0-9E31-D9F36BF24C96}">
      <dsp:nvSpPr>
        <dsp:cNvPr id="0" name=""/>
        <dsp:cNvSpPr/>
      </dsp:nvSpPr>
      <dsp:spPr>
        <a:xfrm>
          <a:off x="953715" y="2065949"/>
          <a:ext cx="9451458" cy="82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390" tIns="87390" rIns="87390" bIns="87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Target variable: price</a:t>
          </a:r>
          <a:endParaRPr lang="en-US" sz="2200" kern="1200"/>
        </a:p>
      </dsp:txBody>
      <dsp:txXfrm>
        <a:off x="953715" y="2065949"/>
        <a:ext cx="9451458" cy="825728"/>
      </dsp:txXfrm>
    </dsp:sp>
    <dsp:sp modelId="{D5C297B9-28D0-4B02-8E4B-06E65F00A8AB}">
      <dsp:nvSpPr>
        <dsp:cNvPr id="0" name=""/>
        <dsp:cNvSpPr/>
      </dsp:nvSpPr>
      <dsp:spPr>
        <a:xfrm>
          <a:off x="0" y="3098109"/>
          <a:ext cx="10405174" cy="825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B8E85-A3E8-471C-A95E-B099D7DD1B98}">
      <dsp:nvSpPr>
        <dsp:cNvPr id="0" name=""/>
        <dsp:cNvSpPr/>
      </dsp:nvSpPr>
      <dsp:spPr>
        <a:xfrm>
          <a:off x="249782" y="3283898"/>
          <a:ext cx="454150" cy="4541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3B69C-CE93-44DE-83C8-5DAD89322095}">
      <dsp:nvSpPr>
        <dsp:cNvPr id="0" name=""/>
        <dsp:cNvSpPr/>
      </dsp:nvSpPr>
      <dsp:spPr>
        <a:xfrm>
          <a:off x="953715" y="3098109"/>
          <a:ext cx="9451458" cy="82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390" tIns="87390" rIns="87390" bIns="87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Size: 594 kb</a:t>
          </a:r>
          <a:endParaRPr lang="en-US" sz="2200" kern="1200"/>
        </a:p>
      </dsp:txBody>
      <dsp:txXfrm>
        <a:off x="953715" y="3098109"/>
        <a:ext cx="9451458" cy="825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99E45-66B8-4AD9-8AF9-29319C19CDB5}">
      <dsp:nvSpPr>
        <dsp:cNvPr id="0" name=""/>
        <dsp:cNvSpPr/>
      </dsp:nvSpPr>
      <dsp:spPr>
        <a:xfrm>
          <a:off x="0" y="0"/>
          <a:ext cx="8324139" cy="8636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Converted price to numeric (removed $ and commas)</a:t>
          </a:r>
          <a:endParaRPr lang="en-US" sz="2300" kern="1200"/>
        </a:p>
      </dsp:txBody>
      <dsp:txXfrm>
        <a:off x="25294" y="25294"/>
        <a:ext cx="7319270" cy="813014"/>
      </dsp:txXfrm>
    </dsp:sp>
    <dsp:sp modelId="{DB8B4BA6-051D-4DC4-BD24-D0E73F96636B}">
      <dsp:nvSpPr>
        <dsp:cNvPr id="0" name=""/>
        <dsp:cNvSpPr/>
      </dsp:nvSpPr>
      <dsp:spPr>
        <a:xfrm>
          <a:off x="697146" y="1020621"/>
          <a:ext cx="8324139" cy="8636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Converted milage to numeric (removed commas and "mi.")</a:t>
          </a:r>
          <a:endParaRPr lang="en-US" sz="2300" kern="1200"/>
        </a:p>
      </dsp:txBody>
      <dsp:txXfrm>
        <a:off x="722440" y="1045915"/>
        <a:ext cx="7015062" cy="813014"/>
      </dsp:txXfrm>
    </dsp:sp>
    <dsp:sp modelId="{A3A5980B-7484-4C77-940F-52935FFC14AC}">
      <dsp:nvSpPr>
        <dsp:cNvPr id="0" name=""/>
        <dsp:cNvSpPr/>
      </dsp:nvSpPr>
      <dsp:spPr>
        <a:xfrm>
          <a:off x="1383888" y="2041242"/>
          <a:ext cx="8324139" cy="8636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Dropped rows with missing price values</a:t>
          </a:r>
          <a:endParaRPr lang="en-US" sz="2300" kern="1200"/>
        </a:p>
      </dsp:txBody>
      <dsp:txXfrm>
        <a:off x="1409182" y="2066536"/>
        <a:ext cx="7025467" cy="813014"/>
      </dsp:txXfrm>
    </dsp:sp>
    <dsp:sp modelId="{977AE9DE-5E92-4F04-8C2C-869178F7FE00}">
      <dsp:nvSpPr>
        <dsp:cNvPr id="0" name=""/>
        <dsp:cNvSpPr/>
      </dsp:nvSpPr>
      <dsp:spPr>
        <a:xfrm>
          <a:off x="2081034" y="3061864"/>
          <a:ext cx="8324139" cy="8636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Selected features for prediction: model_year, milage</a:t>
          </a:r>
          <a:endParaRPr lang="en-US" sz="2300" kern="1200"/>
        </a:p>
      </dsp:txBody>
      <dsp:txXfrm>
        <a:off x="2106328" y="3087158"/>
        <a:ext cx="7015062" cy="813014"/>
      </dsp:txXfrm>
    </dsp:sp>
    <dsp:sp modelId="{9781AD97-838F-41BB-8B51-2249E27C29B5}">
      <dsp:nvSpPr>
        <dsp:cNvPr id="0" name=""/>
        <dsp:cNvSpPr/>
      </dsp:nvSpPr>
      <dsp:spPr>
        <a:xfrm>
          <a:off x="7762797" y="661441"/>
          <a:ext cx="561341" cy="5613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889099" y="661441"/>
        <a:ext cx="308737" cy="422409"/>
      </dsp:txXfrm>
    </dsp:sp>
    <dsp:sp modelId="{4EF82296-C175-43CC-A2A1-D3C1EFE38C8C}">
      <dsp:nvSpPr>
        <dsp:cNvPr id="0" name=""/>
        <dsp:cNvSpPr/>
      </dsp:nvSpPr>
      <dsp:spPr>
        <a:xfrm>
          <a:off x="8459944" y="1682062"/>
          <a:ext cx="561341" cy="5613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586246" y="1682062"/>
        <a:ext cx="308737" cy="422409"/>
      </dsp:txXfrm>
    </dsp:sp>
    <dsp:sp modelId="{1FA15095-FBBE-489C-9077-214EBA140D97}">
      <dsp:nvSpPr>
        <dsp:cNvPr id="0" name=""/>
        <dsp:cNvSpPr/>
      </dsp:nvSpPr>
      <dsp:spPr>
        <a:xfrm>
          <a:off x="9146685" y="2702684"/>
          <a:ext cx="561341" cy="5613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272987" y="2702684"/>
        <a:ext cx="308737" cy="4224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B6572-3604-4C49-B7E5-077430ED25D0}">
      <dsp:nvSpPr>
        <dsp:cNvPr id="0" name=""/>
        <dsp:cNvSpPr/>
      </dsp:nvSpPr>
      <dsp:spPr>
        <a:xfrm>
          <a:off x="0" y="47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70D67-E300-4F63-BDF8-7D29EE3898A3}">
      <dsp:nvSpPr>
        <dsp:cNvPr id="0" name=""/>
        <dsp:cNvSpPr/>
      </dsp:nvSpPr>
      <dsp:spPr>
        <a:xfrm>
          <a:off x="339189" y="252769"/>
          <a:ext cx="616708" cy="616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3786C-B764-416C-9B68-3937CDC26D43}">
      <dsp:nvSpPr>
        <dsp:cNvPr id="0" name=""/>
        <dsp:cNvSpPr/>
      </dsp:nvSpPr>
      <dsp:spPr>
        <a:xfrm>
          <a:off x="1295087" y="47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Linear Regression:</a:t>
          </a:r>
          <a:r>
            <a:rPr lang="en-US" sz="2500" b="0" i="0" kern="1200" baseline="0"/>
            <a:t> Simple baseline model</a:t>
          </a:r>
          <a:endParaRPr lang="en-US" sz="2500" kern="1200"/>
        </a:p>
      </dsp:txBody>
      <dsp:txXfrm>
        <a:off x="1295087" y="479"/>
        <a:ext cx="9110086" cy="1121288"/>
      </dsp:txXfrm>
    </dsp:sp>
    <dsp:sp modelId="{A6F698BD-4DEE-483B-91B9-2630DA13EA40}">
      <dsp:nvSpPr>
        <dsp:cNvPr id="0" name=""/>
        <dsp:cNvSpPr/>
      </dsp:nvSpPr>
      <dsp:spPr>
        <a:xfrm>
          <a:off x="0" y="140208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07E8A-3E57-4A4E-A7E5-CB808AFECDAF}">
      <dsp:nvSpPr>
        <dsp:cNvPr id="0" name=""/>
        <dsp:cNvSpPr/>
      </dsp:nvSpPr>
      <dsp:spPr>
        <a:xfrm>
          <a:off x="339189" y="1654379"/>
          <a:ext cx="616708" cy="616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CAD36-A646-422E-992E-76ACA1281327}">
      <dsp:nvSpPr>
        <dsp:cNvPr id="0" name=""/>
        <dsp:cNvSpPr/>
      </dsp:nvSpPr>
      <dsp:spPr>
        <a:xfrm>
          <a:off x="1295087" y="140208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Decision Tree Regressor:</a:t>
          </a:r>
          <a:r>
            <a:rPr lang="en-US" sz="2500" b="0" i="0" kern="1200" baseline="0"/>
            <a:t> Captures non-linear relationships</a:t>
          </a:r>
          <a:endParaRPr lang="en-US" sz="2500" kern="1200"/>
        </a:p>
      </dsp:txBody>
      <dsp:txXfrm>
        <a:off x="1295087" y="1402089"/>
        <a:ext cx="9110086" cy="1121288"/>
      </dsp:txXfrm>
    </dsp:sp>
    <dsp:sp modelId="{942508A6-FD1D-4D61-ACFA-45CA7415F4AF}">
      <dsp:nvSpPr>
        <dsp:cNvPr id="0" name=""/>
        <dsp:cNvSpPr/>
      </dsp:nvSpPr>
      <dsp:spPr>
        <a:xfrm>
          <a:off x="0" y="280369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A5CDB-3C70-493D-B313-909FABC56095}">
      <dsp:nvSpPr>
        <dsp:cNvPr id="0" name=""/>
        <dsp:cNvSpPr/>
      </dsp:nvSpPr>
      <dsp:spPr>
        <a:xfrm>
          <a:off x="339189" y="3055989"/>
          <a:ext cx="616708" cy="616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80166-F115-4FFD-8F29-F00B686866A7}">
      <dsp:nvSpPr>
        <dsp:cNvPr id="0" name=""/>
        <dsp:cNvSpPr/>
      </dsp:nvSpPr>
      <dsp:spPr>
        <a:xfrm>
          <a:off x="1295087" y="280369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Random Forest Regressor:</a:t>
          </a:r>
          <a:r>
            <a:rPr lang="en-US" sz="2500" b="0" i="0" kern="1200" baseline="0"/>
            <a:t> Ensemble method for better accuracy</a:t>
          </a:r>
          <a:endParaRPr lang="en-US" sz="2500" kern="1200"/>
        </a:p>
      </dsp:txBody>
      <dsp:txXfrm>
        <a:off x="1295087" y="2803699"/>
        <a:ext cx="9110086" cy="11212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69175-6B9D-47BC-B54A-532B91141877}">
      <dsp:nvSpPr>
        <dsp:cNvPr id="0" name=""/>
        <dsp:cNvSpPr/>
      </dsp:nvSpPr>
      <dsp:spPr>
        <a:xfrm>
          <a:off x="0" y="47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843BC-1CA8-485A-AEE0-4D2D8A3E4B5D}">
      <dsp:nvSpPr>
        <dsp:cNvPr id="0" name=""/>
        <dsp:cNvSpPr/>
      </dsp:nvSpPr>
      <dsp:spPr>
        <a:xfrm>
          <a:off x="339189" y="252769"/>
          <a:ext cx="616708" cy="616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97937-EE82-4EE6-BE58-3A339FBD642E}">
      <dsp:nvSpPr>
        <dsp:cNvPr id="0" name=""/>
        <dsp:cNvSpPr/>
      </dsp:nvSpPr>
      <dsp:spPr>
        <a:xfrm>
          <a:off x="1295087" y="47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Split dataset into training and testing sets (80% train, 20% test)</a:t>
          </a:r>
          <a:endParaRPr lang="en-US" sz="2500" kern="1200"/>
        </a:p>
      </dsp:txBody>
      <dsp:txXfrm>
        <a:off x="1295087" y="479"/>
        <a:ext cx="9110086" cy="1121288"/>
      </dsp:txXfrm>
    </dsp:sp>
    <dsp:sp modelId="{C868F254-BE94-49FB-AA4D-30EE9458AFB1}">
      <dsp:nvSpPr>
        <dsp:cNvPr id="0" name=""/>
        <dsp:cNvSpPr/>
      </dsp:nvSpPr>
      <dsp:spPr>
        <a:xfrm>
          <a:off x="0" y="140208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63A49-3E8C-4016-B15B-D9895B153693}">
      <dsp:nvSpPr>
        <dsp:cNvPr id="0" name=""/>
        <dsp:cNvSpPr/>
      </dsp:nvSpPr>
      <dsp:spPr>
        <a:xfrm>
          <a:off x="339189" y="1654379"/>
          <a:ext cx="616708" cy="616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BE10F-CFAF-400F-B001-6696FBFB7347}">
      <dsp:nvSpPr>
        <dsp:cNvPr id="0" name=""/>
        <dsp:cNvSpPr/>
      </dsp:nvSpPr>
      <dsp:spPr>
        <a:xfrm>
          <a:off x="1295087" y="140208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Fit each model on training data (model.fit(X_train, y_train))</a:t>
          </a:r>
          <a:endParaRPr lang="en-US" sz="2500" kern="1200"/>
        </a:p>
      </dsp:txBody>
      <dsp:txXfrm>
        <a:off x="1295087" y="1402089"/>
        <a:ext cx="9110086" cy="1121288"/>
      </dsp:txXfrm>
    </dsp:sp>
    <dsp:sp modelId="{5C236A4B-0BF8-4A80-A15F-8EBDE92E5DCE}">
      <dsp:nvSpPr>
        <dsp:cNvPr id="0" name=""/>
        <dsp:cNvSpPr/>
      </dsp:nvSpPr>
      <dsp:spPr>
        <a:xfrm>
          <a:off x="0" y="280369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9E8DB-88CB-453D-9257-2340AABB739E}">
      <dsp:nvSpPr>
        <dsp:cNvPr id="0" name=""/>
        <dsp:cNvSpPr/>
      </dsp:nvSpPr>
      <dsp:spPr>
        <a:xfrm>
          <a:off x="339189" y="3055989"/>
          <a:ext cx="616708" cy="616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2845B-E36B-439E-92DD-7829F06DF315}">
      <dsp:nvSpPr>
        <dsp:cNvPr id="0" name=""/>
        <dsp:cNvSpPr/>
      </dsp:nvSpPr>
      <dsp:spPr>
        <a:xfrm>
          <a:off x="1295087" y="280369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Predict car prices on test data</a:t>
          </a:r>
          <a:endParaRPr lang="en-US" sz="2500" kern="1200"/>
        </a:p>
      </dsp:txBody>
      <dsp:txXfrm>
        <a:off x="1295087" y="2803699"/>
        <a:ext cx="9110086" cy="11212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90ADF-9B54-4B83-A957-74E9578AA37F}">
      <dsp:nvSpPr>
        <dsp:cNvPr id="0" name=""/>
        <dsp:cNvSpPr/>
      </dsp:nvSpPr>
      <dsp:spPr>
        <a:xfrm>
          <a:off x="0" y="47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F4424-B9AC-4AE6-8327-1675FDD8BE6C}">
      <dsp:nvSpPr>
        <dsp:cNvPr id="0" name=""/>
        <dsp:cNvSpPr/>
      </dsp:nvSpPr>
      <dsp:spPr>
        <a:xfrm>
          <a:off x="339189" y="252769"/>
          <a:ext cx="616708" cy="616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9CBF5-4281-493E-825D-30C2BD88C8D5}">
      <dsp:nvSpPr>
        <dsp:cNvPr id="0" name=""/>
        <dsp:cNvSpPr/>
      </dsp:nvSpPr>
      <dsp:spPr>
        <a:xfrm>
          <a:off x="1295087" y="47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MSE measures average squared difference between predicted and actual prices</a:t>
          </a:r>
          <a:endParaRPr lang="en-US" sz="2500" kern="1200"/>
        </a:p>
      </dsp:txBody>
      <dsp:txXfrm>
        <a:off x="1295087" y="479"/>
        <a:ext cx="9110086" cy="1121288"/>
      </dsp:txXfrm>
    </dsp:sp>
    <dsp:sp modelId="{FCA2406E-FF11-4B1B-91C3-8BEF50B4E70F}">
      <dsp:nvSpPr>
        <dsp:cNvPr id="0" name=""/>
        <dsp:cNvSpPr/>
      </dsp:nvSpPr>
      <dsp:spPr>
        <a:xfrm>
          <a:off x="0" y="140208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AE070F-C10D-400D-BE3C-C37AAC52AD28}">
      <dsp:nvSpPr>
        <dsp:cNvPr id="0" name=""/>
        <dsp:cNvSpPr/>
      </dsp:nvSpPr>
      <dsp:spPr>
        <a:xfrm>
          <a:off x="339189" y="1654379"/>
          <a:ext cx="616708" cy="616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4D748-855C-4E62-B921-103086F5890C}">
      <dsp:nvSpPr>
        <dsp:cNvPr id="0" name=""/>
        <dsp:cNvSpPr/>
      </dsp:nvSpPr>
      <dsp:spPr>
        <a:xfrm>
          <a:off x="1295087" y="140208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Lower MSE → better model performance</a:t>
          </a:r>
          <a:endParaRPr lang="en-US" sz="2500" kern="1200"/>
        </a:p>
      </dsp:txBody>
      <dsp:txXfrm>
        <a:off x="1295087" y="1402089"/>
        <a:ext cx="9110086" cy="1121288"/>
      </dsp:txXfrm>
    </dsp:sp>
    <dsp:sp modelId="{8A73F981-41DC-4287-A415-42CCC21A74D4}">
      <dsp:nvSpPr>
        <dsp:cNvPr id="0" name=""/>
        <dsp:cNvSpPr/>
      </dsp:nvSpPr>
      <dsp:spPr>
        <a:xfrm>
          <a:off x="0" y="2803699"/>
          <a:ext cx="10405174" cy="11212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AFF0A-26EA-41E3-A0A8-22EB1D162F20}">
      <dsp:nvSpPr>
        <dsp:cNvPr id="0" name=""/>
        <dsp:cNvSpPr/>
      </dsp:nvSpPr>
      <dsp:spPr>
        <a:xfrm>
          <a:off x="339189" y="3055989"/>
          <a:ext cx="616708" cy="616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876E9-60CD-471A-8171-22418E6D40F5}">
      <dsp:nvSpPr>
        <dsp:cNvPr id="0" name=""/>
        <dsp:cNvSpPr/>
      </dsp:nvSpPr>
      <dsp:spPr>
        <a:xfrm>
          <a:off x="1295087" y="2803699"/>
          <a:ext cx="9110086" cy="1121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670" tIns="118670" rIns="118670" bIns="1186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Used sklearn.metrics.mean_squared_error for evaluation</a:t>
          </a:r>
          <a:endParaRPr lang="en-US" sz="2500" kern="1200"/>
        </a:p>
      </dsp:txBody>
      <dsp:txXfrm>
        <a:off x="1295087" y="2803699"/>
        <a:ext cx="9110086" cy="11212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7EA7A-DED5-4998-8812-ABBAC4D7960A}">
      <dsp:nvSpPr>
        <dsp:cNvPr id="0" name=""/>
        <dsp:cNvSpPr/>
      </dsp:nvSpPr>
      <dsp:spPr>
        <a:xfrm>
          <a:off x="1176681" y="777916"/>
          <a:ext cx="1294041" cy="12940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528EF-F1AA-4F8B-889E-7D6830D4FD6C}">
      <dsp:nvSpPr>
        <dsp:cNvPr id="0" name=""/>
        <dsp:cNvSpPr/>
      </dsp:nvSpPr>
      <dsp:spPr>
        <a:xfrm>
          <a:off x="385878" y="2427550"/>
          <a:ext cx="28756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Random Forest had the lowest MSE → most accurate predictions</a:t>
          </a:r>
          <a:endParaRPr lang="en-US" sz="1400" kern="1200"/>
        </a:p>
      </dsp:txBody>
      <dsp:txXfrm>
        <a:off x="385878" y="2427550"/>
        <a:ext cx="2875646" cy="720000"/>
      </dsp:txXfrm>
    </dsp:sp>
    <dsp:sp modelId="{5406C7B1-362B-406F-9355-F2D92AB61EEF}">
      <dsp:nvSpPr>
        <dsp:cNvPr id="0" name=""/>
        <dsp:cNvSpPr/>
      </dsp:nvSpPr>
      <dsp:spPr>
        <a:xfrm>
          <a:off x="4555566" y="777916"/>
          <a:ext cx="1294041" cy="12940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6D765-51B7-4457-BC47-B6665F3227CA}">
      <dsp:nvSpPr>
        <dsp:cNvPr id="0" name=""/>
        <dsp:cNvSpPr/>
      </dsp:nvSpPr>
      <dsp:spPr>
        <a:xfrm>
          <a:off x="3764763" y="2427550"/>
          <a:ext cx="28756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Reason: Combines multiple trees, reduces overfitting compared to a single decision tree</a:t>
          </a:r>
          <a:endParaRPr lang="en-US" sz="1400" kern="1200"/>
        </a:p>
      </dsp:txBody>
      <dsp:txXfrm>
        <a:off x="3764763" y="2427550"/>
        <a:ext cx="2875646" cy="720000"/>
      </dsp:txXfrm>
    </dsp:sp>
    <dsp:sp modelId="{1A316620-4229-4A52-842C-ECB2A7CDB13C}">
      <dsp:nvSpPr>
        <dsp:cNvPr id="0" name=""/>
        <dsp:cNvSpPr/>
      </dsp:nvSpPr>
      <dsp:spPr>
        <a:xfrm>
          <a:off x="7934451" y="777916"/>
          <a:ext cx="1294041" cy="12940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65866-B061-44FA-8EE8-62E862B72369}">
      <dsp:nvSpPr>
        <dsp:cNvPr id="0" name=""/>
        <dsp:cNvSpPr/>
      </dsp:nvSpPr>
      <dsp:spPr>
        <a:xfrm>
          <a:off x="7143648" y="2427550"/>
          <a:ext cx="28756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Recommended for predicting used car prices</a:t>
          </a:r>
          <a:endParaRPr lang="en-US" sz="1400" kern="1200"/>
        </a:p>
      </dsp:txBody>
      <dsp:txXfrm>
        <a:off x="7143648" y="2427550"/>
        <a:ext cx="2875646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4D35F-EF2D-46A4-81C4-F4E4E4BFB219}">
      <dsp:nvSpPr>
        <dsp:cNvPr id="0" name=""/>
        <dsp:cNvSpPr/>
      </dsp:nvSpPr>
      <dsp:spPr>
        <a:xfrm>
          <a:off x="0" y="1198955"/>
          <a:ext cx="1741735" cy="1106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CFFC734-4A18-47CD-AD06-F5E549AD638C}">
      <dsp:nvSpPr>
        <dsp:cNvPr id="0" name=""/>
        <dsp:cNvSpPr/>
      </dsp:nvSpPr>
      <dsp:spPr>
        <a:xfrm>
          <a:off x="193526" y="1382805"/>
          <a:ext cx="1741735" cy="1106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Predicting car prices is feasible using simple ML models and basic features</a:t>
          </a:r>
        </a:p>
      </dsp:txBody>
      <dsp:txXfrm>
        <a:off x="225920" y="1415199"/>
        <a:ext cx="1676947" cy="1041214"/>
      </dsp:txXfrm>
    </dsp:sp>
    <dsp:sp modelId="{0EBE2ABB-4226-41EC-A5EC-D811056F575E}">
      <dsp:nvSpPr>
        <dsp:cNvPr id="0" name=""/>
        <dsp:cNvSpPr/>
      </dsp:nvSpPr>
      <dsp:spPr>
        <a:xfrm>
          <a:off x="2128788" y="1198955"/>
          <a:ext cx="1741735" cy="1106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B4B213-82B1-411C-8647-250B498081AB}">
      <dsp:nvSpPr>
        <dsp:cNvPr id="0" name=""/>
        <dsp:cNvSpPr/>
      </dsp:nvSpPr>
      <dsp:spPr>
        <a:xfrm>
          <a:off x="2322314" y="1382805"/>
          <a:ext cx="1741735" cy="1106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Random Forest performed best for this dataset</a:t>
          </a:r>
        </a:p>
      </dsp:txBody>
      <dsp:txXfrm>
        <a:off x="2354708" y="1415199"/>
        <a:ext cx="1676947" cy="1041214"/>
      </dsp:txXfrm>
    </dsp:sp>
    <dsp:sp modelId="{AAA79CF4-D8D3-4CE8-B155-733DA70237CF}">
      <dsp:nvSpPr>
        <dsp:cNvPr id="0" name=""/>
        <dsp:cNvSpPr/>
      </dsp:nvSpPr>
      <dsp:spPr>
        <a:xfrm>
          <a:off x="4257576" y="1198955"/>
          <a:ext cx="1741735" cy="1106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278CAA-B95D-47FC-8745-24629F5C4ABE}">
      <dsp:nvSpPr>
        <dsp:cNvPr id="0" name=""/>
        <dsp:cNvSpPr/>
      </dsp:nvSpPr>
      <dsp:spPr>
        <a:xfrm>
          <a:off x="4451102" y="1382805"/>
          <a:ext cx="1741735" cy="1106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Future improvements: Add more features (brand, model type, condition) for better accuracy</a:t>
          </a:r>
        </a:p>
      </dsp:txBody>
      <dsp:txXfrm>
        <a:off x="4483496" y="1415199"/>
        <a:ext cx="1676947" cy="1041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USED CARS MODEL</a:t>
            </a:r>
            <a:br>
              <a:rPr lang="en-US" dirty="0"/>
            </a:br>
            <a:r>
              <a:rPr lang="en-US" dirty="0"/>
              <a:t>yousef ahmed</a:t>
            </a:r>
            <a:br>
              <a:rPr lang="en-US" dirty="0"/>
            </a:br>
            <a:r>
              <a:rPr lang="en-US" dirty="0"/>
              <a:t>231004873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Project overview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D52283D-F137-039B-5C13-834B4FA84D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5199389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A6FB-E71B-C0B1-239A-C98CD51C3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Dataset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77E24-DD92-0C06-E48B-3A1A1D93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C7C48D5D-4494-3176-4298-B7A8CB018B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0008144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786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23DF-E0AE-A9F3-033B-EF3C37DC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Sample rows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A0AAD8-2114-B35C-CD51-ACEF975DA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920" y="2043429"/>
            <a:ext cx="5568038" cy="392546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FB908-7CB8-52C2-695C-DEC987E8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2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BC414-B723-CD8C-342F-993BDE9B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statistics</a:t>
            </a:r>
          </a:p>
        </p:txBody>
      </p:sp>
      <p:pic>
        <p:nvPicPr>
          <p:cNvPr id="6" name="Content Placeholder 5" descr="A screenshot of a phone&#10;&#10;AI-generated content may be incorrect.">
            <a:extLst>
              <a:ext uri="{FF2B5EF4-FFF2-40B4-BE49-F238E27FC236}">
                <a16:creationId xmlns:a16="http://schemas.microsoft.com/office/drawing/2014/main" id="{6C9461C8-B7F9-400A-F872-7476E533DC1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534943" y="2043113"/>
            <a:ext cx="7158627" cy="39258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AAEEC-9108-359B-6C2B-F0C12434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3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2028-5D1F-6199-8EDF-08792BA5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Data preprocessing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481EC-B079-BB97-8639-BDA4AADE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427A073A-072F-728F-EAD1-032E7B2F236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969256829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221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62B2-1B2B-2FC1-4F35-E8506EF9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 err="1"/>
              <a:t>Ml</a:t>
            </a:r>
            <a:r>
              <a:rPr lang="en-US" dirty="0"/>
              <a:t>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7E366-CC35-A6B3-FB54-155BCF77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94D2C8D7-5E11-A7CC-1CCA-1D37C8AAB2F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35071831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313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D518-63EC-D453-5DB6-42F8DBC1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Model Training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E043B-22EF-D543-549D-B9C79B1A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B2B93D6E-4E78-09A2-F27F-F19A3839DAB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651864656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726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E1D9-EC03-BE08-40AB-3AFCE4BD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Evaluation Metric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38729-886B-83DD-4E9E-91C87549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7EE1F3F-7572-59D1-616E-6B63A97FBAC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058785555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47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0228-5DAB-1EF8-EA25-958CD85C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25C9B-3A30-BAA4-3DD3-5FFB72D9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Content Placeholder 9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6DC0A3DB-078F-F165-B3FA-A236BD1749E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325555" y="2043113"/>
            <a:ext cx="5577402" cy="3925887"/>
          </a:xfrm>
        </p:spPr>
      </p:pic>
    </p:spTree>
    <p:extLst>
      <p:ext uri="{BB962C8B-B14F-4D97-AF65-F5344CB8AC3E}">
        <p14:creationId xmlns:p14="http://schemas.microsoft.com/office/powerpoint/2010/main" val="415537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347F-7F80-EC8F-DED4-36CD2FEA4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Best Model &amp; Why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FB0EC-AD2A-27FB-1FF9-277B216C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4CC3C198-9F9E-31A9-A67E-725531302B2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64431185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8361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C30C-B2B1-EB80-4CAC-037ADBAA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271914B-95C3-AAED-24A7-9B55712E7B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95483" y="2058670"/>
            <a:ext cx="3002755" cy="36877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F8C26-8FAC-330C-ABD4-99F15CDE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245ABB-B2A8-BAA7-EE9D-DD10E81A143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0058552"/>
              </p:ext>
            </p:extLst>
          </p:nvPr>
        </p:nvGraphicFramePr>
        <p:xfrm>
          <a:off x="911352" y="2058669"/>
          <a:ext cx="6192838" cy="3687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7694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{34CD33C4-F062-4EB8-A3CF-125D84A10BAB}tf16411248_win32</Template>
  <TotalTime>19</TotalTime>
  <Words>307</Words>
  <Application>Microsoft Office PowerPoint</Application>
  <PresentationFormat>Widescreen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 Light</vt:lpstr>
      <vt:lpstr>Calibri</vt:lpstr>
      <vt:lpstr>Posterama</vt:lpstr>
      <vt:lpstr>Custom</vt:lpstr>
      <vt:lpstr>USED CARS MODEL yousef ahmed 231004873</vt:lpstr>
      <vt:lpstr>Project overview </vt:lpstr>
      <vt:lpstr>Dataset description</vt:lpstr>
      <vt:lpstr>Sample rows</vt:lpstr>
      <vt:lpstr>Summary statistics</vt:lpstr>
      <vt:lpstr>Data preprocessing </vt:lpstr>
      <vt:lpstr>Ml models</vt:lpstr>
      <vt:lpstr>Model Training Process</vt:lpstr>
      <vt:lpstr>Evaluation Metric Used</vt:lpstr>
      <vt:lpstr>Model Comparison Table</vt:lpstr>
      <vt:lpstr>Best Model &amp; Why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SALAMA</dc:creator>
  <cp:lastModifiedBy>Ahmed SALAMA</cp:lastModifiedBy>
  <cp:revision>1</cp:revision>
  <dcterms:created xsi:type="dcterms:W3CDTF">2025-11-28T19:19:13Z</dcterms:created>
  <dcterms:modified xsi:type="dcterms:W3CDTF">2025-11-28T19:38:35Z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